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56" r:id="rId5"/>
    <p:sldId id="258" r:id="rId6"/>
    <p:sldId id="257" r:id="rId7"/>
    <p:sldId id="259" r:id="rId8"/>
    <p:sldId id="267" r:id="rId9"/>
    <p:sldId id="265" r:id="rId10"/>
    <p:sldId id="266" r:id="rId11"/>
    <p:sldId id="264" r:id="rId12"/>
    <p:sldId id="260" r:id="rId13"/>
    <p:sldId id="261" r:id="rId14"/>
    <p:sldId id="262" r:id="rId15"/>
    <p:sldId id="263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A60B6A-FA56-4ADF-B427-8628DBFBBB75}" v="21" dt="2024-09-27T08:13:36.5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kanovic Marko" userId="601cc853-69c9-4b58-8463-0a429f786402" providerId="ADAL" clId="{E3A60B6A-FA56-4ADF-B427-8628DBFBBB75}"/>
    <pc:docChg chg="undo redo custSel addSld modSld sldOrd modMainMaster">
      <pc:chgData name="Mikanovic Marko" userId="601cc853-69c9-4b58-8463-0a429f786402" providerId="ADAL" clId="{E3A60B6A-FA56-4ADF-B427-8628DBFBBB75}" dt="2024-09-27T07:02:46.418" v="2464" actId="20577"/>
      <pc:docMkLst>
        <pc:docMk/>
      </pc:docMkLst>
      <pc:sldChg chg="modTransition">
        <pc:chgData name="Mikanovic Marko" userId="601cc853-69c9-4b58-8463-0a429f786402" providerId="ADAL" clId="{E3A60B6A-FA56-4ADF-B427-8628DBFBBB75}" dt="2024-09-26T17:05:36.137" v="2359"/>
        <pc:sldMkLst>
          <pc:docMk/>
          <pc:sldMk cId="467273854" sldId="256"/>
        </pc:sldMkLst>
      </pc:sldChg>
      <pc:sldChg chg="modSp mod modTransition">
        <pc:chgData name="Mikanovic Marko" userId="601cc853-69c9-4b58-8463-0a429f786402" providerId="ADAL" clId="{E3A60B6A-FA56-4ADF-B427-8628DBFBBB75}" dt="2024-09-27T07:02:46.418" v="2464" actId="20577"/>
        <pc:sldMkLst>
          <pc:docMk/>
          <pc:sldMk cId="1678351217" sldId="257"/>
        </pc:sldMkLst>
        <pc:spChg chg="mod">
          <ac:chgData name="Mikanovic Marko" userId="601cc853-69c9-4b58-8463-0a429f786402" providerId="ADAL" clId="{E3A60B6A-FA56-4ADF-B427-8628DBFBBB75}" dt="2024-09-27T07:02:46.418" v="2464" actId="20577"/>
          <ac:spMkLst>
            <pc:docMk/>
            <pc:sldMk cId="1678351217" sldId="257"/>
            <ac:spMk id="3" creationId="{D70B18EB-CDA3-8FD0-9FE6-F0CF4804F259}"/>
          </ac:spMkLst>
        </pc:spChg>
      </pc:sldChg>
      <pc:sldChg chg="addSp delSp modSp mod modTransition">
        <pc:chgData name="Mikanovic Marko" userId="601cc853-69c9-4b58-8463-0a429f786402" providerId="ADAL" clId="{E3A60B6A-FA56-4ADF-B427-8628DBFBBB75}" dt="2024-09-27T05:34:50.898" v="2428" actId="20577"/>
        <pc:sldMkLst>
          <pc:docMk/>
          <pc:sldMk cId="2433732980" sldId="258"/>
        </pc:sldMkLst>
        <pc:spChg chg="mod">
          <ac:chgData name="Mikanovic Marko" userId="601cc853-69c9-4b58-8463-0a429f786402" providerId="ADAL" clId="{E3A60B6A-FA56-4ADF-B427-8628DBFBBB75}" dt="2024-09-26T17:02:27.292" v="2340" actId="26606"/>
          <ac:spMkLst>
            <pc:docMk/>
            <pc:sldMk cId="2433732980" sldId="258"/>
            <ac:spMk id="2" creationId="{43D7037F-D05B-A358-AF2A-2CF9373F87A1}"/>
          </ac:spMkLst>
        </pc:spChg>
        <pc:spChg chg="mod">
          <ac:chgData name="Mikanovic Marko" userId="601cc853-69c9-4b58-8463-0a429f786402" providerId="ADAL" clId="{E3A60B6A-FA56-4ADF-B427-8628DBFBBB75}" dt="2024-09-27T05:34:50.898" v="2428" actId="20577"/>
          <ac:spMkLst>
            <pc:docMk/>
            <pc:sldMk cId="2433732980" sldId="258"/>
            <ac:spMk id="3" creationId="{EAE3C45A-266C-280A-2D72-271040558ABD}"/>
          </ac:spMkLst>
        </pc:spChg>
        <pc:spChg chg="del mod">
          <ac:chgData name="Mikanovic Marko" userId="601cc853-69c9-4b58-8463-0a429f786402" providerId="ADAL" clId="{E3A60B6A-FA56-4ADF-B427-8628DBFBBB75}" dt="2024-09-26T18:37:00.554" v="2371" actId="21"/>
          <ac:spMkLst>
            <pc:docMk/>
            <pc:sldMk cId="2433732980" sldId="258"/>
            <ac:spMk id="4" creationId="{FE9EBB22-77F9-F923-001C-13737A6E5C40}"/>
          </ac:spMkLst>
        </pc:spChg>
        <pc:spChg chg="mod">
          <ac:chgData name="Mikanovic Marko" userId="601cc853-69c9-4b58-8463-0a429f786402" providerId="ADAL" clId="{E3A60B6A-FA56-4ADF-B427-8628DBFBBB75}" dt="2024-09-26T17:02:27.292" v="2340" actId="26606"/>
          <ac:spMkLst>
            <pc:docMk/>
            <pc:sldMk cId="2433732980" sldId="258"/>
            <ac:spMk id="5" creationId="{6B7F4AAE-E689-1CF9-D959-5194ABC3F494}"/>
          </ac:spMkLst>
        </pc:spChg>
        <pc:spChg chg="add mod">
          <ac:chgData name="Mikanovic Marko" userId="601cc853-69c9-4b58-8463-0a429f786402" providerId="ADAL" clId="{E3A60B6A-FA56-4ADF-B427-8628DBFBBB75}" dt="2024-09-26T18:36:57.282" v="2370"/>
          <ac:spMkLst>
            <pc:docMk/>
            <pc:sldMk cId="2433732980" sldId="258"/>
            <ac:spMk id="6" creationId="{6F2452F9-09F8-F830-F028-A809508B242F}"/>
          </ac:spMkLst>
        </pc:spChg>
        <pc:spChg chg="del">
          <ac:chgData name="Mikanovic Marko" userId="601cc853-69c9-4b58-8463-0a429f786402" providerId="ADAL" clId="{E3A60B6A-FA56-4ADF-B427-8628DBFBBB75}" dt="2024-09-26T17:02:27.292" v="2340" actId="26606"/>
          <ac:spMkLst>
            <pc:docMk/>
            <pc:sldMk cId="2433732980" sldId="258"/>
            <ac:spMk id="14" creationId="{21C9FE86-FCC3-4A31-AA1C-C882262B7FE7}"/>
          </ac:spMkLst>
        </pc:spChg>
        <pc:spChg chg="del">
          <ac:chgData name="Mikanovic Marko" userId="601cc853-69c9-4b58-8463-0a429f786402" providerId="ADAL" clId="{E3A60B6A-FA56-4ADF-B427-8628DBFBBB75}" dt="2024-09-26T17:02:27.292" v="2340" actId="26606"/>
          <ac:spMkLst>
            <pc:docMk/>
            <pc:sldMk cId="2433732980" sldId="258"/>
            <ac:spMk id="15" creationId="{DEE2AD96-B495-4E06-9291-B71706F728CB}"/>
          </ac:spMkLst>
        </pc:spChg>
        <pc:spChg chg="del">
          <ac:chgData name="Mikanovic Marko" userId="601cc853-69c9-4b58-8463-0a429f786402" providerId="ADAL" clId="{E3A60B6A-FA56-4ADF-B427-8628DBFBBB75}" dt="2024-09-26T17:02:27.292" v="2340" actId="26606"/>
          <ac:spMkLst>
            <pc:docMk/>
            <pc:sldMk cId="2433732980" sldId="258"/>
            <ac:spMk id="16" creationId="{7D96243B-ECED-4B71-8E06-AE9A285EAD20}"/>
          </ac:spMkLst>
        </pc:spChg>
        <pc:spChg chg="del">
          <ac:chgData name="Mikanovic Marko" userId="601cc853-69c9-4b58-8463-0a429f786402" providerId="ADAL" clId="{E3A60B6A-FA56-4ADF-B427-8628DBFBBB75}" dt="2024-09-26T17:02:27.292" v="2340" actId="26606"/>
          <ac:spMkLst>
            <pc:docMk/>
            <pc:sldMk cId="2433732980" sldId="258"/>
            <ac:spMk id="17" creationId="{53CF6D67-C5A8-4ADD-9E8E-1E38CA1D3166}"/>
          </ac:spMkLst>
        </pc:spChg>
        <pc:spChg chg="del">
          <ac:chgData name="Mikanovic Marko" userId="601cc853-69c9-4b58-8463-0a429f786402" providerId="ADAL" clId="{E3A60B6A-FA56-4ADF-B427-8628DBFBBB75}" dt="2024-09-26T17:02:27.292" v="2340" actId="26606"/>
          <ac:spMkLst>
            <pc:docMk/>
            <pc:sldMk cId="2433732980" sldId="258"/>
            <ac:spMk id="18" creationId="{A09989E4-EFDC-4A90-A633-E0525FB4139E}"/>
          </ac:spMkLst>
        </pc:spChg>
        <pc:spChg chg="del">
          <ac:chgData name="Mikanovic Marko" userId="601cc853-69c9-4b58-8463-0a429f786402" providerId="ADAL" clId="{E3A60B6A-FA56-4ADF-B427-8628DBFBBB75}" dt="2024-09-26T17:02:27.292" v="2340" actId="26606"/>
          <ac:spMkLst>
            <pc:docMk/>
            <pc:sldMk cId="2433732980" sldId="258"/>
            <ac:spMk id="19" creationId="{86909FA0-B515-4681-B7A8-FA281D133B94}"/>
          </ac:spMkLst>
        </pc:spChg>
        <pc:spChg chg="add">
          <ac:chgData name="Mikanovic Marko" userId="601cc853-69c9-4b58-8463-0a429f786402" providerId="ADAL" clId="{E3A60B6A-FA56-4ADF-B427-8628DBFBBB75}" dt="2024-09-26T17:02:27.292" v="2340" actId="26606"/>
          <ac:spMkLst>
            <pc:docMk/>
            <pc:sldMk cId="2433732980" sldId="258"/>
            <ac:spMk id="24" creationId="{907EF6B7-1338-4443-8C46-6A318D952DFD}"/>
          </ac:spMkLst>
        </pc:spChg>
        <pc:spChg chg="add">
          <ac:chgData name="Mikanovic Marko" userId="601cc853-69c9-4b58-8463-0a429f786402" providerId="ADAL" clId="{E3A60B6A-FA56-4ADF-B427-8628DBFBBB75}" dt="2024-09-26T17:02:27.292" v="2340" actId="26606"/>
          <ac:spMkLst>
            <pc:docMk/>
            <pc:sldMk cId="2433732980" sldId="258"/>
            <ac:spMk id="26" creationId="{DAAE4CDD-124C-4DCF-9584-B6033B545DD5}"/>
          </ac:spMkLst>
        </pc:spChg>
        <pc:spChg chg="add">
          <ac:chgData name="Mikanovic Marko" userId="601cc853-69c9-4b58-8463-0a429f786402" providerId="ADAL" clId="{E3A60B6A-FA56-4ADF-B427-8628DBFBBB75}" dt="2024-09-26T17:02:27.292" v="2340" actId="26606"/>
          <ac:spMkLst>
            <pc:docMk/>
            <pc:sldMk cId="2433732980" sldId="258"/>
            <ac:spMk id="28" creationId="{081E4A58-353D-44AE-B2FC-2A74E2E400F7}"/>
          </ac:spMkLst>
        </pc:spChg>
      </pc:sldChg>
      <pc:sldChg chg="addSp delSp modSp new mod modTransition setBg">
        <pc:chgData name="Mikanovic Marko" userId="601cc853-69c9-4b58-8463-0a429f786402" providerId="ADAL" clId="{E3A60B6A-FA56-4ADF-B427-8628DBFBBB75}" dt="2024-09-26T18:36:25.350" v="2369" actId="403"/>
        <pc:sldMkLst>
          <pc:docMk/>
          <pc:sldMk cId="2443035156" sldId="259"/>
        </pc:sldMkLst>
        <pc:spChg chg="mod">
          <ac:chgData name="Mikanovic Marko" userId="601cc853-69c9-4b58-8463-0a429f786402" providerId="ADAL" clId="{E3A60B6A-FA56-4ADF-B427-8628DBFBBB75}" dt="2024-09-26T18:36:25.350" v="2369" actId="403"/>
          <ac:spMkLst>
            <pc:docMk/>
            <pc:sldMk cId="2443035156" sldId="259"/>
            <ac:spMk id="2" creationId="{22213CB5-A8D4-5F9A-C67B-107F969F6EB0}"/>
          </ac:spMkLst>
        </pc:spChg>
        <pc:spChg chg="mod ord">
          <ac:chgData name="Mikanovic Marko" userId="601cc853-69c9-4b58-8463-0a429f786402" providerId="ADAL" clId="{E3A60B6A-FA56-4ADF-B427-8628DBFBBB75}" dt="2024-09-26T16:23:04.786" v="1043" actId="255"/>
          <ac:spMkLst>
            <pc:docMk/>
            <pc:sldMk cId="2443035156" sldId="259"/>
            <ac:spMk id="3" creationId="{354E9678-AEAC-5477-750E-4A8EADC3E369}"/>
          </ac:spMkLst>
        </pc:spChg>
        <pc:spChg chg="mod">
          <ac:chgData name="Mikanovic Marko" userId="601cc853-69c9-4b58-8463-0a429f786402" providerId="ADAL" clId="{E3A60B6A-FA56-4ADF-B427-8628DBFBBB75}" dt="2024-09-20T06:14:41.582" v="770" actId="26606"/>
          <ac:spMkLst>
            <pc:docMk/>
            <pc:sldMk cId="2443035156" sldId="259"/>
            <ac:spMk id="4" creationId="{C07A4BBE-D86D-AB6B-9BBC-85B2E4B6CFFB}"/>
          </ac:spMkLst>
        </pc:spChg>
        <pc:spChg chg="mod ord">
          <ac:chgData name="Mikanovic Marko" userId="601cc853-69c9-4b58-8463-0a429f786402" providerId="ADAL" clId="{E3A60B6A-FA56-4ADF-B427-8628DBFBBB75}" dt="2024-09-20T06:14:41.582" v="770" actId="26606"/>
          <ac:spMkLst>
            <pc:docMk/>
            <pc:sldMk cId="2443035156" sldId="259"/>
            <ac:spMk id="5" creationId="{08C07868-BCEB-9582-928D-08CC490CBFAD}"/>
          </ac:spMkLst>
        </pc:spChg>
        <pc:spChg chg="add del">
          <ac:chgData name="Mikanovic Marko" userId="601cc853-69c9-4b58-8463-0a429f786402" providerId="ADAL" clId="{E3A60B6A-FA56-4ADF-B427-8628DBFBBB75}" dt="2024-09-20T06:14:36.266" v="765" actId="26606"/>
          <ac:spMkLst>
            <pc:docMk/>
            <pc:sldMk cId="2443035156" sldId="259"/>
            <ac:spMk id="2055" creationId="{32AEEBC8-9D30-42EF-95F2-386C2653FBF0}"/>
          </ac:spMkLst>
        </pc:spChg>
        <pc:spChg chg="add del">
          <ac:chgData name="Mikanovic Marko" userId="601cc853-69c9-4b58-8463-0a429f786402" providerId="ADAL" clId="{E3A60B6A-FA56-4ADF-B427-8628DBFBBB75}" dt="2024-09-20T06:14:36.266" v="765" actId="26606"/>
          <ac:spMkLst>
            <pc:docMk/>
            <pc:sldMk cId="2443035156" sldId="259"/>
            <ac:spMk id="2057" creationId="{2E92FA66-67D7-4CB4-94D3-E643A9AD4757}"/>
          </ac:spMkLst>
        </pc:spChg>
        <pc:spChg chg="add del">
          <ac:chgData name="Mikanovic Marko" userId="601cc853-69c9-4b58-8463-0a429f786402" providerId="ADAL" clId="{E3A60B6A-FA56-4ADF-B427-8628DBFBBB75}" dt="2024-09-20T06:14:38.295" v="767" actId="26606"/>
          <ac:spMkLst>
            <pc:docMk/>
            <pc:sldMk cId="2443035156" sldId="259"/>
            <ac:spMk id="2059" creationId="{7E0162AD-C6E5-4BF8-A453-76ADB36877D3}"/>
          </ac:spMkLst>
        </pc:spChg>
        <pc:spChg chg="add del">
          <ac:chgData name="Mikanovic Marko" userId="601cc853-69c9-4b58-8463-0a429f786402" providerId="ADAL" clId="{E3A60B6A-FA56-4ADF-B427-8628DBFBBB75}" dt="2024-09-20T06:14:38.295" v="767" actId="26606"/>
          <ac:spMkLst>
            <pc:docMk/>
            <pc:sldMk cId="2443035156" sldId="259"/>
            <ac:spMk id="2060" creationId="{2596F992-698C-48C0-9D89-70DA4CE927EF}"/>
          </ac:spMkLst>
        </pc:spChg>
        <pc:spChg chg="add del">
          <ac:chgData name="Mikanovic Marko" userId="601cc853-69c9-4b58-8463-0a429f786402" providerId="ADAL" clId="{E3A60B6A-FA56-4ADF-B427-8628DBFBBB75}" dt="2024-09-20T06:14:38.295" v="767" actId="26606"/>
          <ac:spMkLst>
            <pc:docMk/>
            <pc:sldMk cId="2443035156" sldId="259"/>
            <ac:spMk id="2061" creationId="{E7BFF8DC-0AE7-4AD2-9B28-2E5F26D62C30}"/>
          </ac:spMkLst>
        </pc:spChg>
        <pc:spChg chg="add del">
          <ac:chgData name="Mikanovic Marko" userId="601cc853-69c9-4b58-8463-0a429f786402" providerId="ADAL" clId="{E3A60B6A-FA56-4ADF-B427-8628DBFBBB75}" dt="2024-09-20T06:14:41.574" v="769" actId="26606"/>
          <ac:spMkLst>
            <pc:docMk/>
            <pc:sldMk cId="2443035156" sldId="259"/>
            <ac:spMk id="2063" creationId="{32AEEBC8-9D30-42EF-95F2-386C2653FBF0}"/>
          </ac:spMkLst>
        </pc:spChg>
        <pc:spChg chg="add del">
          <ac:chgData name="Mikanovic Marko" userId="601cc853-69c9-4b58-8463-0a429f786402" providerId="ADAL" clId="{E3A60B6A-FA56-4ADF-B427-8628DBFBBB75}" dt="2024-09-20T06:14:41.574" v="769" actId="26606"/>
          <ac:spMkLst>
            <pc:docMk/>
            <pc:sldMk cId="2443035156" sldId="259"/>
            <ac:spMk id="2064" creationId="{2E92FA66-67D7-4CB4-94D3-E643A9AD4757}"/>
          </ac:spMkLst>
        </pc:spChg>
        <pc:spChg chg="add">
          <ac:chgData name="Mikanovic Marko" userId="601cc853-69c9-4b58-8463-0a429f786402" providerId="ADAL" clId="{E3A60B6A-FA56-4ADF-B427-8628DBFBBB75}" dt="2024-09-20T06:14:41.582" v="770" actId="26606"/>
          <ac:spMkLst>
            <pc:docMk/>
            <pc:sldMk cId="2443035156" sldId="259"/>
            <ac:spMk id="2066" creationId="{2550BE34-C2B8-49B8-8519-67A8CAD51AE9}"/>
          </ac:spMkLst>
        </pc:spChg>
        <pc:spChg chg="add">
          <ac:chgData name="Mikanovic Marko" userId="601cc853-69c9-4b58-8463-0a429f786402" providerId="ADAL" clId="{E3A60B6A-FA56-4ADF-B427-8628DBFBBB75}" dt="2024-09-20T06:14:41.582" v="770" actId="26606"/>
          <ac:spMkLst>
            <pc:docMk/>
            <pc:sldMk cId="2443035156" sldId="259"/>
            <ac:spMk id="2067" creationId="{A7457DD9-5A45-400A-AB4B-4B4EDECA25F1}"/>
          </ac:spMkLst>
        </pc:spChg>
        <pc:spChg chg="add">
          <ac:chgData name="Mikanovic Marko" userId="601cc853-69c9-4b58-8463-0a429f786402" providerId="ADAL" clId="{E3A60B6A-FA56-4ADF-B427-8628DBFBBB75}" dt="2024-09-20T06:14:41.582" v="770" actId="26606"/>
          <ac:spMkLst>
            <pc:docMk/>
            <pc:sldMk cId="2443035156" sldId="259"/>
            <ac:spMk id="2068" creationId="{441CF7D6-A660-431A-B0BB-140A0D5556B6}"/>
          </ac:spMkLst>
        </pc:spChg>
        <pc:spChg chg="add">
          <ac:chgData name="Mikanovic Marko" userId="601cc853-69c9-4b58-8463-0a429f786402" providerId="ADAL" clId="{E3A60B6A-FA56-4ADF-B427-8628DBFBBB75}" dt="2024-09-20T06:14:41.582" v="770" actId="26606"/>
          <ac:spMkLst>
            <pc:docMk/>
            <pc:sldMk cId="2443035156" sldId="259"/>
            <ac:spMk id="2069" creationId="{0570A85B-3810-4F95-97B0-CBF4CCDB381C}"/>
          </ac:spMkLst>
        </pc:spChg>
        <pc:picChg chg="add mod ord">
          <ac:chgData name="Mikanovic Marko" userId="601cc853-69c9-4b58-8463-0a429f786402" providerId="ADAL" clId="{E3A60B6A-FA56-4ADF-B427-8628DBFBBB75}" dt="2024-09-20T06:14:41.582" v="770" actId="26606"/>
          <ac:picMkLst>
            <pc:docMk/>
            <pc:sldMk cId="2443035156" sldId="259"/>
            <ac:picMk id="2050" creationId="{E19190CB-7EBC-7D8C-3BEA-D82E64E2DC9B}"/>
          </ac:picMkLst>
        </pc:picChg>
      </pc:sldChg>
      <pc:sldChg chg="addSp delSp modSp new mod modTransition setBg">
        <pc:chgData name="Mikanovic Marko" userId="601cc853-69c9-4b58-8463-0a429f786402" providerId="ADAL" clId="{E3A60B6A-FA56-4ADF-B427-8628DBFBBB75}" dt="2024-09-27T05:27:05.129" v="2373" actId="20577"/>
        <pc:sldMkLst>
          <pc:docMk/>
          <pc:sldMk cId="2672042660" sldId="260"/>
        </pc:sldMkLst>
        <pc:spChg chg="mod">
          <ac:chgData name="Mikanovic Marko" userId="601cc853-69c9-4b58-8463-0a429f786402" providerId="ADAL" clId="{E3A60B6A-FA56-4ADF-B427-8628DBFBBB75}" dt="2024-09-26T16:49:49.003" v="1787" actId="26606"/>
          <ac:spMkLst>
            <pc:docMk/>
            <pc:sldMk cId="2672042660" sldId="260"/>
            <ac:spMk id="2" creationId="{F2253C9D-89AE-3A25-1CFB-A5FF5FFE12A2}"/>
          </ac:spMkLst>
        </pc:spChg>
        <pc:spChg chg="add del mod">
          <ac:chgData name="Mikanovic Marko" userId="601cc853-69c9-4b58-8463-0a429f786402" providerId="ADAL" clId="{E3A60B6A-FA56-4ADF-B427-8628DBFBBB75}" dt="2024-09-26T16:49:49.020" v="1788" actId="26606"/>
          <ac:spMkLst>
            <pc:docMk/>
            <pc:sldMk cId="2672042660" sldId="260"/>
            <ac:spMk id="3" creationId="{ED9F1897-D9DC-E5A4-7718-41D95121C3FC}"/>
          </ac:spMkLst>
        </pc:spChg>
        <pc:spChg chg="mod">
          <ac:chgData name="Mikanovic Marko" userId="601cc853-69c9-4b58-8463-0a429f786402" providerId="ADAL" clId="{E3A60B6A-FA56-4ADF-B427-8628DBFBBB75}" dt="2024-09-26T16:49:49.003" v="1787" actId="26606"/>
          <ac:spMkLst>
            <pc:docMk/>
            <pc:sldMk cId="2672042660" sldId="260"/>
            <ac:spMk id="4" creationId="{B9446AFC-68F1-14FE-476A-A26983CD2C40}"/>
          </ac:spMkLst>
        </pc:spChg>
        <pc:spChg chg="mod">
          <ac:chgData name="Mikanovic Marko" userId="601cc853-69c9-4b58-8463-0a429f786402" providerId="ADAL" clId="{E3A60B6A-FA56-4ADF-B427-8628DBFBBB75}" dt="2024-09-26T16:49:49.003" v="1787" actId="26606"/>
          <ac:spMkLst>
            <pc:docMk/>
            <pc:sldMk cId="2672042660" sldId="260"/>
            <ac:spMk id="5" creationId="{00B94D05-6CE5-CBF5-BAF1-BF15886D08CD}"/>
          </ac:spMkLst>
        </pc:spChg>
        <pc:spChg chg="add del">
          <ac:chgData name="Mikanovic Marko" userId="601cc853-69c9-4b58-8463-0a429f786402" providerId="ADAL" clId="{E3A60B6A-FA56-4ADF-B427-8628DBFBBB75}" dt="2024-09-26T16:49:49.003" v="1787" actId="26606"/>
          <ac:spMkLst>
            <pc:docMk/>
            <pc:sldMk cId="2672042660" sldId="260"/>
            <ac:spMk id="11" creationId="{BACC6370-2D7E-4714-9D71-7542949D7D5D}"/>
          </ac:spMkLst>
        </pc:spChg>
        <pc:spChg chg="add del">
          <ac:chgData name="Mikanovic Marko" userId="601cc853-69c9-4b58-8463-0a429f786402" providerId="ADAL" clId="{E3A60B6A-FA56-4ADF-B427-8628DBFBBB75}" dt="2024-09-26T16:49:49.003" v="1787" actId="26606"/>
          <ac:spMkLst>
            <pc:docMk/>
            <pc:sldMk cId="2672042660" sldId="260"/>
            <ac:spMk id="13" creationId="{256B2C21-A230-48C0-8DF1-C46611373C44}"/>
          </ac:spMkLst>
        </pc:spChg>
        <pc:spChg chg="add del">
          <ac:chgData name="Mikanovic Marko" userId="601cc853-69c9-4b58-8463-0a429f786402" providerId="ADAL" clId="{E3A60B6A-FA56-4ADF-B427-8628DBFBBB75}" dt="2024-09-26T16:49:49.003" v="1787" actId="26606"/>
          <ac:spMkLst>
            <pc:docMk/>
            <pc:sldMk cId="2672042660" sldId="260"/>
            <ac:spMk id="15" creationId="{3847E18C-932D-4C95-AABA-FEC7C9499AD7}"/>
          </ac:spMkLst>
        </pc:spChg>
        <pc:spChg chg="add del">
          <ac:chgData name="Mikanovic Marko" userId="601cc853-69c9-4b58-8463-0a429f786402" providerId="ADAL" clId="{E3A60B6A-FA56-4ADF-B427-8628DBFBBB75}" dt="2024-09-26T16:49:49.003" v="1787" actId="26606"/>
          <ac:spMkLst>
            <pc:docMk/>
            <pc:sldMk cId="2672042660" sldId="260"/>
            <ac:spMk id="17" creationId="{3150CB11-0C61-439E-910F-5787759E72A0}"/>
          </ac:spMkLst>
        </pc:spChg>
        <pc:spChg chg="add del">
          <ac:chgData name="Mikanovic Marko" userId="601cc853-69c9-4b58-8463-0a429f786402" providerId="ADAL" clId="{E3A60B6A-FA56-4ADF-B427-8628DBFBBB75}" dt="2024-09-26T16:49:49.003" v="1787" actId="26606"/>
          <ac:spMkLst>
            <pc:docMk/>
            <pc:sldMk cId="2672042660" sldId="260"/>
            <ac:spMk id="19" creationId="{43F8A58B-5155-44CE-A5FF-7647B47D0A7A}"/>
          </ac:spMkLst>
        </pc:spChg>
        <pc:spChg chg="add del">
          <ac:chgData name="Mikanovic Marko" userId="601cc853-69c9-4b58-8463-0a429f786402" providerId="ADAL" clId="{E3A60B6A-FA56-4ADF-B427-8628DBFBBB75}" dt="2024-09-26T16:49:49.003" v="1787" actId="26606"/>
          <ac:spMkLst>
            <pc:docMk/>
            <pc:sldMk cId="2672042660" sldId="260"/>
            <ac:spMk id="21" creationId="{443F2ACA-E6D6-4028-82DD-F03C262D5DE6}"/>
          </ac:spMkLst>
        </pc:spChg>
        <pc:graphicFrameChg chg="add del">
          <ac:chgData name="Mikanovic Marko" userId="601cc853-69c9-4b58-8463-0a429f786402" providerId="ADAL" clId="{E3A60B6A-FA56-4ADF-B427-8628DBFBBB75}" dt="2024-09-26T16:49:49.003" v="1787" actId="26606"/>
          <ac:graphicFrameMkLst>
            <pc:docMk/>
            <pc:sldMk cId="2672042660" sldId="260"/>
            <ac:graphicFrameMk id="7" creationId="{20536FD6-86EF-1AB6-957D-DC617042239D}"/>
          </ac:graphicFrameMkLst>
        </pc:graphicFrameChg>
        <pc:graphicFrameChg chg="add mod">
          <ac:chgData name="Mikanovic Marko" userId="601cc853-69c9-4b58-8463-0a429f786402" providerId="ADAL" clId="{E3A60B6A-FA56-4ADF-B427-8628DBFBBB75}" dt="2024-09-27T05:27:05.129" v="2373" actId="20577"/>
          <ac:graphicFrameMkLst>
            <pc:docMk/>
            <pc:sldMk cId="2672042660" sldId="260"/>
            <ac:graphicFrameMk id="23" creationId="{2F391BEA-68C6-90FA-86F4-1B90F5A3B1AC}"/>
          </ac:graphicFrameMkLst>
        </pc:graphicFrameChg>
      </pc:sldChg>
      <pc:sldChg chg="addSp delSp modSp new mod modTransition modClrScheme chgLayout">
        <pc:chgData name="Mikanovic Marko" userId="601cc853-69c9-4b58-8463-0a429f786402" providerId="ADAL" clId="{E3A60B6A-FA56-4ADF-B427-8628DBFBBB75}" dt="2024-09-26T17:05:36.137" v="2359"/>
        <pc:sldMkLst>
          <pc:docMk/>
          <pc:sldMk cId="1060211539" sldId="261"/>
        </pc:sldMkLst>
        <pc:spChg chg="mod ord">
          <ac:chgData name="Mikanovic Marko" userId="601cc853-69c9-4b58-8463-0a429f786402" providerId="ADAL" clId="{E3A60B6A-FA56-4ADF-B427-8628DBFBBB75}" dt="2024-09-16T10:01:59.445" v="35" actId="700"/>
          <ac:spMkLst>
            <pc:docMk/>
            <pc:sldMk cId="1060211539" sldId="261"/>
            <ac:spMk id="2" creationId="{7910F360-4EC1-4633-F9AB-30FA6D7A0566}"/>
          </ac:spMkLst>
        </pc:spChg>
        <pc:spChg chg="del mod ord">
          <ac:chgData name="Mikanovic Marko" userId="601cc853-69c9-4b58-8463-0a429f786402" providerId="ADAL" clId="{E3A60B6A-FA56-4ADF-B427-8628DBFBBB75}" dt="2024-09-16T10:01:48.275" v="34" actId="700"/>
          <ac:spMkLst>
            <pc:docMk/>
            <pc:sldMk cId="1060211539" sldId="261"/>
            <ac:spMk id="3" creationId="{05ED1B45-1489-DC81-ADBB-F848F5B3009A}"/>
          </ac:spMkLst>
        </pc:spChg>
        <pc:spChg chg="mod ord">
          <ac:chgData name="Mikanovic Marko" userId="601cc853-69c9-4b58-8463-0a429f786402" providerId="ADAL" clId="{E3A60B6A-FA56-4ADF-B427-8628DBFBBB75}" dt="2024-09-16T10:01:59.445" v="35" actId="700"/>
          <ac:spMkLst>
            <pc:docMk/>
            <pc:sldMk cId="1060211539" sldId="261"/>
            <ac:spMk id="4" creationId="{5F58CABC-496C-2753-2FBE-7257F06BBAF8}"/>
          </ac:spMkLst>
        </pc:spChg>
        <pc:spChg chg="mod ord">
          <ac:chgData name="Mikanovic Marko" userId="601cc853-69c9-4b58-8463-0a429f786402" providerId="ADAL" clId="{E3A60B6A-FA56-4ADF-B427-8628DBFBBB75}" dt="2024-09-16T10:01:59.445" v="35" actId="700"/>
          <ac:spMkLst>
            <pc:docMk/>
            <pc:sldMk cId="1060211539" sldId="261"/>
            <ac:spMk id="5" creationId="{0BC446E5-29B0-2360-F02F-ACCCFA928460}"/>
          </ac:spMkLst>
        </pc:spChg>
        <pc:spChg chg="add del mod ord">
          <ac:chgData name="Mikanovic Marko" userId="601cc853-69c9-4b58-8463-0a429f786402" providerId="ADAL" clId="{E3A60B6A-FA56-4ADF-B427-8628DBFBBB75}" dt="2024-09-16T10:01:59.445" v="35" actId="700"/>
          <ac:spMkLst>
            <pc:docMk/>
            <pc:sldMk cId="1060211539" sldId="261"/>
            <ac:spMk id="6" creationId="{8A7BE885-8C97-2F11-F2F6-1D0593B5D7BC}"/>
          </ac:spMkLst>
        </pc:spChg>
        <pc:spChg chg="add del mod ord">
          <ac:chgData name="Mikanovic Marko" userId="601cc853-69c9-4b58-8463-0a429f786402" providerId="ADAL" clId="{E3A60B6A-FA56-4ADF-B427-8628DBFBBB75}" dt="2024-09-16T10:01:59.445" v="35" actId="700"/>
          <ac:spMkLst>
            <pc:docMk/>
            <pc:sldMk cId="1060211539" sldId="261"/>
            <ac:spMk id="7" creationId="{5E7D0601-6234-C8D5-A59B-98CE413A47A1}"/>
          </ac:spMkLst>
        </pc:spChg>
        <pc:spChg chg="add mod ord">
          <ac:chgData name="Mikanovic Marko" userId="601cc853-69c9-4b58-8463-0a429f786402" providerId="ADAL" clId="{E3A60B6A-FA56-4ADF-B427-8628DBFBBB75}" dt="2024-09-16T10:02:01.486" v="39" actId="20577"/>
          <ac:spMkLst>
            <pc:docMk/>
            <pc:sldMk cId="1060211539" sldId="261"/>
            <ac:spMk id="8" creationId="{0F43EC55-DE32-79AD-8414-4CC9A2409EA7}"/>
          </ac:spMkLst>
        </pc:spChg>
        <pc:spChg chg="add del mod ord">
          <ac:chgData name="Mikanovic Marko" userId="601cc853-69c9-4b58-8463-0a429f786402" providerId="ADAL" clId="{E3A60B6A-FA56-4ADF-B427-8628DBFBBB75}" dt="2024-09-16T10:13:37.746" v="634" actId="20577"/>
          <ac:spMkLst>
            <pc:docMk/>
            <pc:sldMk cId="1060211539" sldId="261"/>
            <ac:spMk id="9" creationId="{27F9A31A-39F1-0BD7-AAAD-598061A96080}"/>
          </ac:spMkLst>
        </pc:spChg>
        <pc:spChg chg="add mod ord">
          <ac:chgData name="Mikanovic Marko" userId="601cc853-69c9-4b58-8463-0a429f786402" providerId="ADAL" clId="{E3A60B6A-FA56-4ADF-B427-8628DBFBBB75}" dt="2024-09-16T10:02:03.721" v="43" actId="20577"/>
          <ac:spMkLst>
            <pc:docMk/>
            <pc:sldMk cId="1060211539" sldId="261"/>
            <ac:spMk id="10" creationId="{936B5590-F785-356C-410C-EEF2929523F2}"/>
          </ac:spMkLst>
        </pc:spChg>
        <pc:spChg chg="add mod ord">
          <ac:chgData name="Mikanovic Marko" userId="601cc853-69c9-4b58-8463-0a429f786402" providerId="ADAL" clId="{E3A60B6A-FA56-4ADF-B427-8628DBFBBB75}" dt="2024-09-16T10:13:33.425" v="632" actId="20577"/>
          <ac:spMkLst>
            <pc:docMk/>
            <pc:sldMk cId="1060211539" sldId="261"/>
            <ac:spMk id="11" creationId="{0D2559AC-D47D-160F-D94B-2E93540218F9}"/>
          </ac:spMkLst>
        </pc:spChg>
        <pc:spChg chg="add mod">
          <ac:chgData name="Mikanovic Marko" userId="601cc853-69c9-4b58-8463-0a429f786402" providerId="ADAL" clId="{E3A60B6A-FA56-4ADF-B427-8628DBFBBB75}" dt="2024-09-16T10:08:41.825" v="371"/>
          <ac:spMkLst>
            <pc:docMk/>
            <pc:sldMk cId="1060211539" sldId="261"/>
            <ac:spMk id="14" creationId="{39B38879-7A3F-95E7-84A9-2C390790032C}"/>
          </ac:spMkLst>
        </pc:spChg>
        <pc:spChg chg="add mod">
          <ac:chgData name="Mikanovic Marko" userId="601cc853-69c9-4b58-8463-0a429f786402" providerId="ADAL" clId="{E3A60B6A-FA56-4ADF-B427-8628DBFBBB75}" dt="2024-09-16T10:08:41.825" v="371"/>
          <ac:spMkLst>
            <pc:docMk/>
            <pc:sldMk cId="1060211539" sldId="261"/>
            <ac:spMk id="15" creationId="{3AFEDE6C-DA59-87CA-29CB-724BF74D9DDC}"/>
          </ac:spMkLst>
        </pc:spChg>
        <pc:grpChg chg="add mod">
          <ac:chgData name="Mikanovic Marko" userId="601cc853-69c9-4b58-8463-0a429f786402" providerId="ADAL" clId="{E3A60B6A-FA56-4ADF-B427-8628DBFBBB75}" dt="2024-09-16T10:08:41.825" v="371"/>
          <ac:grpSpMkLst>
            <pc:docMk/>
            <pc:sldMk cId="1060211539" sldId="261"/>
            <ac:grpSpMk id="12" creationId="{33BF96D5-D383-8139-CA76-F03DCCBEE33B}"/>
          </ac:grpSpMkLst>
        </pc:grpChg>
        <pc:graphicFrameChg chg="add del mod">
          <ac:chgData name="Mikanovic Marko" userId="601cc853-69c9-4b58-8463-0a429f786402" providerId="ADAL" clId="{E3A60B6A-FA56-4ADF-B427-8628DBFBBB75}" dt="2024-09-16T10:08:46.553" v="374" actId="26606"/>
          <ac:graphicFrameMkLst>
            <pc:docMk/>
            <pc:sldMk cId="1060211539" sldId="261"/>
            <ac:graphicFrameMk id="13" creationId="{E3812D14-5F37-26AB-65BD-D78C46FB0A92}"/>
          </ac:graphicFrameMkLst>
        </pc:graphicFrameChg>
      </pc:sldChg>
      <pc:sldChg chg="addSp delSp modSp new mod modTransition setBg modClrScheme chgLayout">
        <pc:chgData name="Mikanovic Marko" userId="601cc853-69c9-4b58-8463-0a429f786402" providerId="ADAL" clId="{E3A60B6A-FA56-4ADF-B427-8628DBFBBB75}" dt="2024-09-26T17:05:36.137" v="2359"/>
        <pc:sldMkLst>
          <pc:docMk/>
          <pc:sldMk cId="4191032664" sldId="262"/>
        </pc:sldMkLst>
        <pc:spChg chg="del mod ord">
          <ac:chgData name="Mikanovic Marko" userId="601cc853-69c9-4b58-8463-0a429f786402" providerId="ADAL" clId="{E3A60B6A-FA56-4ADF-B427-8628DBFBBB75}" dt="2024-09-16T10:09:32.321" v="389" actId="700"/>
          <ac:spMkLst>
            <pc:docMk/>
            <pc:sldMk cId="4191032664" sldId="262"/>
            <ac:spMk id="2" creationId="{C795CFC8-AB1D-3B45-B308-FE54BE37AC09}"/>
          </ac:spMkLst>
        </pc:spChg>
        <pc:spChg chg="del">
          <ac:chgData name="Mikanovic Marko" userId="601cc853-69c9-4b58-8463-0a429f786402" providerId="ADAL" clId="{E3A60B6A-FA56-4ADF-B427-8628DBFBBB75}" dt="2024-09-16T10:09:32.321" v="389" actId="700"/>
          <ac:spMkLst>
            <pc:docMk/>
            <pc:sldMk cId="4191032664" sldId="262"/>
            <ac:spMk id="3" creationId="{C806128E-8349-6271-13C7-AD1A6480CE37}"/>
          </ac:spMkLst>
        </pc:spChg>
        <pc:spChg chg="del mod ord">
          <ac:chgData name="Mikanovic Marko" userId="601cc853-69c9-4b58-8463-0a429f786402" providerId="ADAL" clId="{E3A60B6A-FA56-4ADF-B427-8628DBFBBB75}" dt="2024-09-16T10:09:32.321" v="389" actId="700"/>
          <ac:spMkLst>
            <pc:docMk/>
            <pc:sldMk cId="4191032664" sldId="262"/>
            <ac:spMk id="4" creationId="{606E95D9-FACC-9B28-7AC4-3F9C890BCDE9}"/>
          </ac:spMkLst>
        </pc:spChg>
        <pc:spChg chg="del">
          <ac:chgData name="Mikanovic Marko" userId="601cc853-69c9-4b58-8463-0a429f786402" providerId="ADAL" clId="{E3A60B6A-FA56-4ADF-B427-8628DBFBBB75}" dt="2024-09-16T10:09:32.321" v="389" actId="700"/>
          <ac:spMkLst>
            <pc:docMk/>
            <pc:sldMk cId="4191032664" sldId="262"/>
            <ac:spMk id="5" creationId="{952288DE-EB8D-12BE-54E9-25E0665B3D2C}"/>
          </ac:spMkLst>
        </pc:spChg>
        <pc:spChg chg="del">
          <ac:chgData name="Mikanovic Marko" userId="601cc853-69c9-4b58-8463-0a429f786402" providerId="ADAL" clId="{E3A60B6A-FA56-4ADF-B427-8628DBFBBB75}" dt="2024-09-16T10:09:32.321" v="389" actId="700"/>
          <ac:spMkLst>
            <pc:docMk/>
            <pc:sldMk cId="4191032664" sldId="262"/>
            <ac:spMk id="6" creationId="{7DF42D41-98C0-C984-6EB6-2697B8315C0A}"/>
          </ac:spMkLst>
        </pc:spChg>
        <pc:spChg chg="mod ord">
          <ac:chgData name="Mikanovic Marko" userId="601cc853-69c9-4b58-8463-0a429f786402" providerId="ADAL" clId="{E3A60B6A-FA56-4ADF-B427-8628DBFBBB75}" dt="2024-09-26T17:01:59.906" v="2337" actId="26606"/>
          <ac:spMkLst>
            <pc:docMk/>
            <pc:sldMk cId="4191032664" sldId="262"/>
            <ac:spMk id="7" creationId="{39AD8D29-EF07-FB29-ADFE-A18EC4954540}"/>
          </ac:spMkLst>
        </pc:spChg>
        <pc:spChg chg="mod ord">
          <ac:chgData name="Mikanovic Marko" userId="601cc853-69c9-4b58-8463-0a429f786402" providerId="ADAL" clId="{E3A60B6A-FA56-4ADF-B427-8628DBFBBB75}" dt="2024-09-26T17:01:59.906" v="2337" actId="26606"/>
          <ac:spMkLst>
            <pc:docMk/>
            <pc:sldMk cId="4191032664" sldId="262"/>
            <ac:spMk id="8" creationId="{25309A9C-A501-CB2B-DC6D-7CE229F2AB8D}"/>
          </ac:spMkLst>
        </pc:spChg>
        <pc:spChg chg="add mod ord">
          <ac:chgData name="Mikanovic Marko" userId="601cc853-69c9-4b58-8463-0a429f786402" providerId="ADAL" clId="{E3A60B6A-FA56-4ADF-B427-8628DBFBBB75}" dt="2024-09-26T17:01:59.906" v="2337" actId="26606"/>
          <ac:spMkLst>
            <pc:docMk/>
            <pc:sldMk cId="4191032664" sldId="262"/>
            <ac:spMk id="9" creationId="{0F555784-32E6-31D9-4773-4EC18654C0E3}"/>
          </ac:spMkLst>
        </pc:spChg>
        <pc:spChg chg="add del mod ord">
          <ac:chgData name="Mikanovic Marko" userId="601cc853-69c9-4b58-8463-0a429f786402" providerId="ADAL" clId="{E3A60B6A-FA56-4ADF-B427-8628DBFBBB75}" dt="2024-09-26T17:01:59.906" v="2337" actId="26606"/>
          <ac:spMkLst>
            <pc:docMk/>
            <pc:sldMk cId="4191032664" sldId="262"/>
            <ac:spMk id="10" creationId="{F86CD6B7-ACE0-B0E5-BBD3-43E755C644AA}"/>
          </ac:spMkLst>
        </pc:spChg>
        <pc:spChg chg="add">
          <ac:chgData name="Mikanovic Marko" userId="601cc853-69c9-4b58-8463-0a429f786402" providerId="ADAL" clId="{E3A60B6A-FA56-4ADF-B427-8628DBFBBB75}" dt="2024-09-26T17:01:59.906" v="2337" actId="26606"/>
          <ac:spMkLst>
            <pc:docMk/>
            <pc:sldMk cId="4191032664" sldId="262"/>
            <ac:spMk id="16" creationId="{35DB3719-6FDC-4E5D-891D-FF40B7300F64}"/>
          </ac:spMkLst>
        </pc:spChg>
        <pc:spChg chg="add">
          <ac:chgData name="Mikanovic Marko" userId="601cc853-69c9-4b58-8463-0a429f786402" providerId="ADAL" clId="{E3A60B6A-FA56-4ADF-B427-8628DBFBBB75}" dt="2024-09-26T17:01:59.906" v="2337" actId="26606"/>
          <ac:spMkLst>
            <pc:docMk/>
            <pc:sldMk cId="4191032664" sldId="262"/>
            <ac:spMk id="18" creationId="{E0CBAC23-2E3F-4A90-BA59-F8299F6A5439}"/>
          </ac:spMkLst>
        </pc:spChg>
        <pc:graphicFrameChg chg="add">
          <ac:chgData name="Mikanovic Marko" userId="601cc853-69c9-4b58-8463-0a429f786402" providerId="ADAL" clId="{E3A60B6A-FA56-4ADF-B427-8628DBFBBB75}" dt="2024-09-26T17:01:59.906" v="2337" actId="26606"/>
          <ac:graphicFrameMkLst>
            <pc:docMk/>
            <pc:sldMk cId="4191032664" sldId="262"/>
            <ac:graphicFrameMk id="12" creationId="{7026271C-1BD4-33E3-AC86-C6641AC11D54}"/>
          </ac:graphicFrameMkLst>
        </pc:graphicFrameChg>
      </pc:sldChg>
      <pc:sldChg chg="addSp delSp modSp new mod ord modTransition setBg">
        <pc:chgData name="Mikanovic Marko" userId="601cc853-69c9-4b58-8463-0a429f786402" providerId="ADAL" clId="{E3A60B6A-FA56-4ADF-B427-8628DBFBBB75}" dt="2024-09-26T17:07:18.492" v="2367" actId="207"/>
        <pc:sldMkLst>
          <pc:docMk/>
          <pc:sldMk cId="3090440711" sldId="263"/>
        </pc:sldMkLst>
        <pc:spChg chg="mod">
          <ac:chgData name="Mikanovic Marko" userId="601cc853-69c9-4b58-8463-0a429f786402" providerId="ADAL" clId="{E3A60B6A-FA56-4ADF-B427-8628DBFBBB75}" dt="2024-09-26T17:05:19.616" v="2357" actId="26606"/>
          <ac:spMkLst>
            <pc:docMk/>
            <pc:sldMk cId="3090440711" sldId="263"/>
            <ac:spMk id="2" creationId="{89422D54-CED6-435B-CD2D-1EF2CFF3DBD5}"/>
          </ac:spMkLst>
        </pc:spChg>
        <pc:spChg chg="del">
          <ac:chgData name="Mikanovic Marko" userId="601cc853-69c9-4b58-8463-0a429f786402" providerId="ADAL" clId="{E3A60B6A-FA56-4ADF-B427-8628DBFBBB75}" dt="2024-09-26T17:05:19.616" v="2357" actId="26606"/>
          <ac:spMkLst>
            <pc:docMk/>
            <pc:sldMk cId="3090440711" sldId="263"/>
            <ac:spMk id="3" creationId="{0BDBC747-3D40-AD98-D75B-168CA33FC02B}"/>
          </ac:spMkLst>
        </pc:spChg>
        <pc:spChg chg="del mod">
          <ac:chgData name="Mikanovic Marko" userId="601cc853-69c9-4b58-8463-0a429f786402" providerId="ADAL" clId="{E3A60B6A-FA56-4ADF-B427-8628DBFBBB75}" dt="2024-09-26T17:06:49.158" v="2363" actId="21"/>
          <ac:spMkLst>
            <pc:docMk/>
            <pc:sldMk cId="3090440711" sldId="263"/>
            <ac:spMk id="4" creationId="{CFE0BC83-6E0B-0F3D-9563-06B112BD2BFC}"/>
          </ac:spMkLst>
        </pc:spChg>
        <pc:spChg chg="del mod">
          <ac:chgData name="Mikanovic Marko" userId="601cc853-69c9-4b58-8463-0a429f786402" providerId="ADAL" clId="{E3A60B6A-FA56-4ADF-B427-8628DBFBBB75}" dt="2024-09-26T17:07:15.862" v="2366" actId="21"/>
          <ac:spMkLst>
            <pc:docMk/>
            <pc:sldMk cId="3090440711" sldId="263"/>
            <ac:spMk id="5" creationId="{93BDE629-E03C-56E6-5675-F02ADE249EA8}"/>
          </ac:spMkLst>
        </pc:spChg>
        <pc:spChg chg="add mod">
          <ac:chgData name="Mikanovic Marko" userId="601cc853-69c9-4b58-8463-0a429f786402" providerId="ADAL" clId="{E3A60B6A-FA56-4ADF-B427-8628DBFBBB75}" dt="2024-09-26T17:06:53.754" v="2364" actId="207"/>
          <ac:spMkLst>
            <pc:docMk/>
            <pc:sldMk cId="3090440711" sldId="263"/>
            <ac:spMk id="6" creationId="{EAA55FA7-47B9-AA60-725B-49B32125C0EB}"/>
          </ac:spMkLst>
        </pc:spChg>
        <pc:spChg chg="add mod">
          <ac:chgData name="Mikanovic Marko" userId="601cc853-69c9-4b58-8463-0a429f786402" providerId="ADAL" clId="{E3A60B6A-FA56-4ADF-B427-8628DBFBBB75}" dt="2024-09-26T17:07:18.492" v="2367" actId="207"/>
          <ac:spMkLst>
            <pc:docMk/>
            <pc:sldMk cId="3090440711" sldId="263"/>
            <ac:spMk id="8" creationId="{4487A30D-48A2-8D5F-26DD-274CF9BA9BFC}"/>
          </ac:spMkLst>
        </pc:spChg>
        <pc:spChg chg="add">
          <ac:chgData name="Mikanovic Marko" userId="601cc853-69c9-4b58-8463-0a429f786402" providerId="ADAL" clId="{E3A60B6A-FA56-4ADF-B427-8628DBFBBB75}" dt="2024-09-26T17:05:19.616" v="2357" actId="26606"/>
          <ac:spMkLst>
            <pc:docMk/>
            <pc:sldMk cId="3090440711" sldId="263"/>
            <ac:spMk id="11" creationId="{0671A8AE-40A1-4631-A6B8-581AFF065482}"/>
          </ac:spMkLst>
        </pc:spChg>
        <pc:spChg chg="add">
          <ac:chgData name="Mikanovic Marko" userId="601cc853-69c9-4b58-8463-0a429f786402" providerId="ADAL" clId="{E3A60B6A-FA56-4ADF-B427-8628DBFBBB75}" dt="2024-09-26T17:05:19.616" v="2357" actId="26606"/>
          <ac:spMkLst>
            <pc:docMk/>
            <pc:sldMk cId="3090440711" sldId="263"/>
            <ac:spMk id="13" creationId="{AB58EF07-17C2-48CF-ABB0-EEF1F17CB8F0}"/>
          </ac:spMkLst>
        </pc:spChg>
        <pc:spChg chg="add">
          <ac:chgData name="Mikanovic Marko" userId="601cc853-69c9-4b58-8463-0a429f786402" providerId="ADAL" clId="{E3A60B6A-FA56-4ADF-B427-8628DBFBBB75}" dt="2024-09-26T17:05:19.616" v="2357" actId="26606"/>
          <ac:spMkLst>
            <pc:docMk/>
            <pc:sldMk cId="3090440711" sldId="263"/>
            <ac:spMk id="15" creationId="{AF2F604E-43BE-4DC3-B983-E071523364F8}"/>
          </ac:spMkLst>
        </pc:spChg>
        <pc:spChg chg="add">
          <ac:chgData name="Mikanovic Marko" userId="601cc853-69c9-4b58-8463-0a429f786402" providerId="ADAL" clId="{E3A60B6A-FA56-4ADF-B427-8628DBFBBB75}" dt="2024-09-26T17:05:19.616" v="2357" actId="26606"/>
          <ac:spMkLst>
            <pc:docMk/>
            <pc:sldMk cId="3090440711" sldId="263"/>
            <ac:spMk id="17" creationId="{08C9B587-E65E-4B52-B37C-ABEBB6E87928}"/>
          </ac:spMkLst>
        </pc:spChg>
        <pc:picChg chg="add">
          <ac:chgData name="Mikanovic Marko" userId="601cc853-69c9-4b58-8463-0a429f786402" providerId="ADAL" clId="{E3A60B6A-FA56-4ADF-B427-8628DBFBBB75}" dt="2024-09-26T17:05:19.616" v="2357" actId="26606"/>
          <ac:picMkLst>
            <pc:docMk/>
            <pc:sldMk cId="3090440711" sldId="263"/>
            <ac:picMk id="7" creationId="{CACE5DFE-3A29-0D16-8B57-6EE85192B52F}"/>
          </ac:picMkLst>
        </pc:picChg>
      </pc:sldChg>
      <pc:sldChg chg="addSp delSp modSp new mod modTransition setBg">
        <pc:chgData name="Mikanovic Marko" userId="601cc853-69c9-4b58-8463-0a429f786402" providerId="ADAL" clId="{E3A60B6A-FA56-4ADF-B427-8628DBFBBB75}" dt="2024-09-26T17:05:36.137" v="2359"/>
        <pc:sldMkLst>
          <pc:docMk/>
          <pc:sldMk cId="372701303" sldId="264"/>
        </pc:sldMkLst>
        <pc:spChg chg="mod">
          <ac:chgData name="Mikanovic Marko" userId="601cc853-69c9-4b58-8463-0a429f786402" providerId="ADAL" clId="{E3A60B6A-FA56-4ADF-B427-8628DBFBBB75}" dt="2024-09-20T05:49:24.479" v="640" actId="26606"/>
          <ac:spMkLst>
            <pc:docMk/>
            <pc:sldMk cId="372701303" sldId="264"/>
            <ac:spMk id="2" creationId="{66740DFA-C0DD-8C31-FC97-5E0890F780B8}"/>
          </ac:spMkLst>
        </pc:spChg>
        <pc:spChg chg="del">
          <ac:chgData name="Mikanovic Marko" userId="601cc853-69c9-4b58-8463-0a429f786402" providerId="ADAL" clId="{E3A60B6A-FA56-4ADF-B427-8628DBFBBB75}" dt="2024-09-20T05:47:54.849" v="635"/>
          <ac:spMkLst>
            <pc:docMk/>
            <pc:sldMk cId="372701303" sldId="264"/>
            <ac:spMk id="3" creationId="{B94D783C-966D-96F1-62F8-4340606E3467}"/>
          </ac:spMkLst>
        </pc:spChg>
        <pc:spChg chg="mod">
          <ac:chgData name="Mikanovic Marko" userId="601cc853-69c9-4b58-8463-0a429f786402" providerId="ADAL" clId="{E3A60B6A-FA56-4ADF-B427-8628DBFBBB75}" dt="2024-09-20T05:49:24.479" v="640" actId="26606"/>
          <ac:spMkLst>
            <pc:docMk/>
            <pc:sldMk cId="372701303" sldId="264"/>
            <ac:spMk id="4" creationId="{81F76C49-D6FF-069C-9007-B282F59B1EA4}"/>
          </ac:spMkLst>
        </pc:spChg>
        <pc:spChg chg="mod">
          <ac:chgData name="Mikanovic Marko" userId="601cc853-69c9-4b58-8463-0a429f786402" providerId="ADAL" clId="{E3A60B6A-FA56-4ADF-B427-8628DBFBBB75}" dt="2024-09-20T05:49:24.479" v="640" actId="26606"/>
          <ac:spMkLst>
            <pc:docMk/>
            <pc:sldMk cId="372701303" sldId="264"/>
            <ac:spMk id="5" creationId="{A220C11F-9130-5874-67F8-4E781721A943}"/>
          </ac:spMkLst>
        </pc:spChg>
        <pc:spChg chg="add del">
          <ac:chgData name="Mikanovic Marko" userId="601cc853-69c9-4b58-8463-0a429f786402" providerId="ADAL" clId="{E3A60B6A-FA56-4ADF-B427-8628DBFBBB75}" dt="2024-09-20T05:49:23.118" v="637" actId="26606"/>
          <ac:spMkLst>
            <pc:docMk/>
            <pc:sldMk cId="372701303" sldId="264"/>
            <ac:spMk id="1031" creationId="{D4771268-CB57-404A-9271-370EB28F6090}"/>
          </ac:spMkLst>
        </pc:spChg>
        <pc:spChg chg="add del">
          <ac:chgData name="Mikanovic Marko" userId="601cc853-69c9-4b58-8463-0a429f786402" providerId="ADAL" clId="{E3A60B6A-FA56-4ADF-B427-8628DBFBBB75}" dt="2024-09-20T05:49:24.475" v="639" actId="26606"/>
          <ac:spMkLst>
            <pc:docMk/>
            <pc:sldMk cId="372701303" sldId="264"/>
            <ac:spMk id="1033" creationId="{E58B2195-5055-402F-A3E7-53FF0E4980C3}"/>
          </ac:spMkLst>
        </pc:spChg>
        <pc:spChg chg="add del">
          <ac:chgData name="Mikanovic Marko" userId="601cc853-69c9-4b58-8463-0a429f786402" providerId="ADAL" clId="{E3A60B6A-FA56-4ADF-B427-8628DBFBBB75}" dt="2024-09-20T05:49:24.475" v="639" actId="26606"/>
          <ac:spMkLst>
            <pc:docMk/>
            <pc:sldMk cId="372701303" sldId="264"/>
            <ac:spMk id="1034" creationId="{8930EBA3-4D2E-42E8-B828-834555328D85}"/>
          </ac:spMkLst>
        </pc:spChg>
        <pc:spChg chg="add del">
          <ac:chgData name="Mikanovic Marko" userId="601cc853-69c9-4b58-8463-0a429f786402" providerId="ADAL" clId="{E3A60B6A-FA56-4ADF-B427-8628DBFBBB75}" dt="2024-09-20T05:49:24.475" v="639" actId="26606"/>
          <ac:spMkLst>
            <pc:docMk/>
            <pc:sldMk cId="372701303" sldId="264"/>
            <ac:spMk id="1035" creationId="{528AA953-F4F9-4DC5-97C7-491F4AF937DC}"/>
          </ac:spMkLst>
        </pc:spChg>
        <pc:spChg chg="add">
          <ac:chgData name="Mikanovic Marko" userId="601cc853-69c9-4b58-8463-0a429f786402" providerId="ADAL" clId="{E3A60B6A-FA56-4ADF-B427-8628DBFBBB75}" dt="2024-09-20T05:49:24.479" v="640" actId="26606"/>
          <ac:spMkLst>
            <pc:docMk/>
            <pc:sldMk cId="372701303" sldId="264"/>
            <ac:spMk id="1037" creationId="{D4771268-CB57-404A-9271-370EB28F6090}"/>
          </ac:spMkLst>
        </pc:spChg>
        <pc:picChg chg="add mod ord">
          <ac:chgData name="Mikanovic Marko" userId="601cc853-69c9-4b58-8463-0a429f786402" providerId="ADAL" clId="{E3A60B6A-FA56-4ADF-B427-8628DBFBBB75}" dt="2024-09-20T05:49:24.479" v="640" actId="26606"/>
          <ac:picMkLst>
            <pc:docMk/>
            <pc:sldMk cId="372701303" sldId="264"/>
            <ac:picMk id="1026" creationId="{A6E99797-E9B4-537B-C06C-D9603C3A3D32}"/>
          </ac:picMkLst>
        </pc:picChg>
      </pc:sldChg>
      <pc:sldChg chg="addSp delSp modSp new mod modTransition setBg">
        <pc:chgData name="Mikanovic Marko" userId="601cc853-69c9-4b58-8463-0a429f786402" providerId="ADAL" clId="{E3A60B6A-FA56-4ADF-B427-8628DBFBBB75}" dt="2024-09-26T17:05:36.137" v="2359"/>
        <pc:sldMkLst>
          <pc:docMk/>
          <pc:sldMk cId="816643144" sldId="265"/>
        </pc:sldMkLst>
        <pc:spChg chg="mod">
          <ac:chgData name="Mikanovic Marko" userId="601cc853-69c9-4b58-8463-0a429f786402" providerId="ADAL" clId="{E3A60B6A-FA56-4ADF-B427-8628DBFBBB75}" dt="2024-09-26T16:39:34.917" v="1538" actId="26606"/>
          <ac:spMkLst>
            <pc:docMk/>
            <pc:sldMk cId="816643144" sldId="265"/>
            <ac:spMk id="2" creationId="{F8F15C7F-C20A-CD77-9A50-1A13E385426B}"/>
          </ac:spMkLst>
        </pc:spChg>
        <pc:spChg chg="mod">
          <ac:chgData name="Mikanovic Marko" userId="601cc853-69c9-4b58-8463-0a429f786402" providerId="ADAL" clId="{E3A60B6A-FA56-4ADF-B427-8628DBFBBB75}" dt="2024-09-26T17:02:15.646" v="2339" actId="20577"/>
          <ac:spMkLst>
            <pc:docMk/>
            <pc:sldMk cId="816643144" sldId="265"/>
            <ac:spMk id="3" creationId="{C4FE23D7-2C64-D5BE-935C-4B96555746B7}"/>
          </ac:spMkLst>
        </pc:spChg>
        <pc:spChg chg="mod">
          <ac:chgData name="Mikanovic Marko" userId="601cc853-69c9-4b58-8463-0a429f786402" providerId="ADAL" clId="{E3A60B6A-FA56-4ADF-B427-8628DBFBBB75}" dt="2024-09-26T16:39:20.376" v="1535" actId="26606"/>
          <ac:spMkLst>
            <pc:docMk/>
            <pc:sldMk cId="816643144" sldId="265"/>
            <ac:spMk id="4" creationId="{936FC562-4708-2334-36B2-9A5A13DECD8D}"/>
          </ac:spMkLst>
        </pc:spChg>
        <pc:spChg chg="mod">
          <ac:chgData name="Mikanovic Marko" userId="601cc853-69c9-4b58-8463-0a429f786402" providerId="ADAL" clId="{E3A60B6A-FA56-4ADF-B427-8628DBFBBB75}" dt="2024-09-26T16:39:20.376" v="1535" actId="26606"/>
          <ac:spMkLst>
            <pc:docMk/>
            <pc:sldMk cId="816643144" sldId="265"/>
            <ac:spMk id="5" creationId="{717C7FC7-0B83-6FE2-E5D6-DDEB4780A77B}"/>
          </ac:spMkLst>
        </pc:spChg>
        <pc:spChg chg="add del">
          <ac:chgData name="Mikanovic Marko" userId="601cc853-69c9-4b58-8463-0a429f786402" providerId="ADAL" clId="{E3A60B6A-FA56-4ADF-B427-8628DBFBBB75}" dt="2024-09-26T16:39:15.290" v="1530" actId="26606"/>
          <ac:spMkLst>
            <pc:docMk/>
            <pc:sldMk cId="816643144" sldId="265"/>
            <ac:spMk id="1033" creationId="{2550BE34-C2B8-49B8-8519-67A8CAD51AE9}"/>
          </ac:spMkLst>
        </pc:spChg>
        <pc:spChg chg="add del">
          <ac:chgData name="Mikanovic Marko" userId="601cc853-69c9-4b58-8463-0a429f786402" providerId="ADAL" clId="{E3A60B6A-FA56-4ADF-B427-8628DBFBBB75}" dt="2024-09-26T16:39:15.290" v="1530" actId="26606"/>
          <ac:spMkLst>
            <pc:docMk/>
            <pc:sldMk cId="816643144" sldId="265"/>
            <ac:spMk id="1035" creationId="{A7457DD9-5A45-400A-AB4B-4B4EDECA25F1}"/>
          </ac:spMkLst>
        </pc:spChg>
        <pc:spChg chg="add del">
          <ac:chgData name="Mikanovic Marko" userId="601cc853-69c9-4b58-8463-0a429f786402" providerId="ADAL" clId="{E3A60B6A-FA56-4ADF-B427-8628DBFBBB75}" dt="2024-09-26T16:39:15.290" v="1530" actId="26606"/>
          <ac:spMkLst>
            <pc:docMk/>
            <pc:sldMk cId="816643144" sldId="265"/>
            <ac:spMk id="1037" creationId="{441CF7D6-A660-431A-B0BB-140A0D5556B6}"/>
          </ac:spMkLst>
        </pc:spChg>
        <pc:spChg chg="add del">
          <ac:chgData name="Mikanovic Marko" userId="601cc853-69c9-4b58-8463-0a429f786402" providerId="ADAL" clId="{E3A60B6A-FA56-4ADF-B427-8628DBFBBB75}" dt="2024-09-26T16:39:15.290" v="1530" actId="26606"/>
          <ac:spMkLst>
            <pc:docMk/>
            <pc:sldMk cId="816643144" sldId="265"/>
            <ac:spMk id="1039" creationId="{0570A85B-3810-4F95-97B0-CBF4CCDB381C}"/>
          </ac:spMkLst>
        </pc:spChg>
        <pc:spChg chg="add del">
          <ac:chgData name="Mikanovic Marko" userId="601cc853-69c9-4b58-8463-0a429f786402" providerId="ADAL" clId="{E3A60B6A-FA56-4ADF-B427-8628DBFBBB75}" dt="2024-09-26T16:39:18.424" v="1532" actId="26606"/>
          <ac:spMkLst>
            <pc:docMk/>
            <pc:sldMk cId="816643144" sldId="265"/>
            <ac:spMk id="1041" creationId="{66E48AFA-8884-4F68-A44F-D2C1E8609C5A}"/>
          </ac:spMkLst>
        </pc:spChg>
        <pc:spChg chg="add del">
          <ac:chgData name="Mikanovic Marko" userId="601cc853-69c9-4b58-8463-0a429f786402" providerId="ADAL" clId="{E3A60B6A-FA56-4ADF-B427-8628DBFBBB75}" dt="2024-09-26T16:39:18.424" v="1532" actId="26606"/>
          <ac:spMkLst>
            <pc:docMk/>
            <pc:sldMk cId="816643144" sldId="265"/>
            <ac:spMk id="1042" creationId="{969D19A6-08CB-498C-93EC-3FFB021FC68A}"/>
          </ac:spMkLst>
        </pc:spChg>
        <pc:spChg chg="add del">
          <ac:chgData name="Mikanovic Marko" userId="601cc853-69c9-4b58-8463-0a429f786402" providerId="ADAL" clId="{E3A60B6A-FA56-4ADF-B427-8628DBFBBB75}" dt="2024-09-26T16:39:20.370" v="1534" actId="26606"/>
          <ac:spMkLst>
            <pc:docMk/>
            <pc:sldMk cId="816643144" sldId="265"/>
            <ac:spMk id="1044" creationId="{2550BE34-C2B8-49B8-8519-67A8CAD51AE9}"/>
          </ac:spMkLst>
        </pc:spChg>
        <pc:spChg chg="add del">
          <ac:chgData name="Mikanovic Marko" userId="601cc853-69c9-4b58-8463-0a429f786402" providerId="ADAL" clId="{E3A60B6A-FA56-4ADF-B427-8628DBFBBB75}" dt="2024-09-26T16:39:20.370" v="1534" actId="26606"/>
          <ac:spMkLst>
            <pc:docMk/>
            <pc:sldMk cId="816643144" sldId="265"/>
            <ac:spMk id="1045" creationId="{A7457DD9-5A45-400A-AB4B-4B4EDECA25F1}"/>
          </ac:spMkLst>
        </pc:spChg>
        <pc:spChg chg="add del">
          <ac:chgData name="Mikanovic Marko" userId="601cc853-69c9-4b58-8463-0a429f786402" providerId="ADAL" clId="{E3A60B6A-FA56-4ADF-B427-8628DBFBBB75}" dt="2024-09-26T16:39:20.370" v="1534" actId="26606"/>
          <ac:spMkLst>
            <pc:docMk/>
            <pc:sldMk cId="816643144" sldId="265"/>
            <ac:spMk id="1046" creationId="{441CF7D6-A660-431A-B0BB-140A0D5556B6}"/>
          </ac:spMkLst>
        </pc:spChg>
        <pc:spChg chg="add del">
          <ac:chgData name="Mikanovic Marko" userId="601cc853-69c9-4b58-8463-0a429f786402" providerId="ADAL" clId="{E3A60B6A-FA56-4ADF-B427-8628DBFBBB75}" dt="2024-09-26T16:39:20.370" v="1534" actId="26606"/>
          <ac:spMkLst>
            <pc:docMk/>
            <pc:sldMk cId="816643144" sldId="265"/>
            <ac:spMk id="1047" creationId="{0570A85B-3810-4F95-97B0-CBF4CCDB381C}"/>
          </ac:spMkLst>
        </pc:spChg>
        <pc:spChg chg="add del">
          <ac:chgData name="Mikanovic Marko" userId="601cc853-69c9-4b58-8463-0a429f786402" providerId="ADAL" clId="{E3A60B6A-FA56-4ADF-B427-8628DBFBBB75}" dt="2024-09-26T16:39:34.917" v="1538" actId="26606"/>
          <ac:spMkLst>
            <pc:docMk/>
            <pc:sldMk cId="816643144" sldId="265"/>
            <ac:spMk id="1049" creationId="{66E48AFA-8884-4F68-A44F-D2C1E8609C5A}"/>
          </ac:spMkLst>
        </pc:spChg>
        <pc:spChg chg="add del">
          <ac:chgData name="Mikanovic Marko" userId="601cc853-69c9-4b58-8463-0a429f786402" providerId="ADAL" clId="{E3A60B6A-FA56-4ADF-B427-8628DBFBBB75}" dt="2024-09-26T16:39:34.917" v="1538" actId="26606"/>
          <ac:spMkLst>
            <pc:docMk/>
            <pc:sldMk cId="816643144" sldId="265"/>
            <ac:spMk id="1050" creationId="{969D19A6-08CB-498C-93EC-3FFB021FC68A}"/>
          </ac:spMkLst>
        </pc:spChg>
        <pc:spChg chg="add">
          <ac:chgData name="Mikanovic Marko" userId="601cc853-69c9-4b58-8463-0a429f786402" providerId="ADAL" clId="{E3A60B6A-FA56-4ADF-B427-8628DBFBBB75}" dt="2024-09-26T16:39:34.917" v="1538" actId="26606"/>
          <ac:spMkLst>
            <pc:docMk/>
            <pc:sldMk cId="816643144" sldId="265"/>
            <ac:spMk id="1055" creationId="{32AEEBC8-9D30-42EF-95F2-386C2653FBF0}"/>
          </ac:spMkLst>
        </pc:spChg>
        <pc:spChg chg="add">
          <ac:chgData name="Mikanovic Marko" userId="601cc853-69c9-4b58-8463-0a429f786402" providerId="ADAL" clId="{E3A60B6A-FA56-4ADF-B427-8628DBFBBB75}" dt="2024-09-26T16:39:34.917" v="1538" actId="26606"/>
          <ac:spMkLst>
            <pc:docMk/>
            <pc:sldMk cId="816643144" sldId="265"/>
            <ac:spMk id="1057" creationId="{2E92FA66-67D7-4CB4-94D3-E643A9AD4757}"/>
          </ac:spMkLst>
        </pc:spChg>
        <pc:picChg chg="add">
          <ac:chgData name="Mikanovic Marko" userId="601cc853-69c9-4b58-8463-0a429f786402" providerId="ADAL" clId="{E3A60B6A-FA56-4ADF-B427-8628DBFBBB75}" dt="2024-09-26T16:39:05.349" v="1527"/>
          <ac:picMkLst>
            <pc:docMk/>
            <pc:sldMk cId="816643144" sldId="265"/>
            <ac:picMk id="1026" creationId="{4BC92583-26B3-877D-6648-860DCD8757C0}"/>
          </ac:picMkLst>
        </pc:picChg>
        <pc:picChg chg="add mod ord">
          <ac:chgData name="Mikanovic Marko" userId="601cc853-69c9-4b58-8463-0a429f786402" providerId="ADAL" clId="{E3A60B6A-FA56-4ADF-B427-8628DBFBBB75}" dt="2024-09-26T16:39:34.917" v="1538" actId="26606"/>
          <ac:picMkLst>
            <pc:docMk/>
            <pc:sldMk cId="816643144" sldId="265"/>
            <ac:picMk id="1028" creationId="{6ECBA080-488B-4B54-24BC-CF2EB05F50E6}"/>
          </ac:picMkLst>
        </pc:picChg>
      </pc:sldChg>
      <pc:sldChg chg="addSp delSp modSp new mod modTransition setBg">
        <pc:chgData name="Mikanovic Marko" userId="601cc853-69c9-4b58-8463-0a429f786402" providerId="ADAL" clId="{E3A60B6A-FA56-4ADF-B427-8628DBFBBB75}" dt="2024-09-27T05:34:43.680" v="2425" actId="20577"/>
        <pc:sldMkLst>
          <pc:docMk/>
          <pc:sldMk cId="3568684902" sldId="266"/>
        </pc:sldMkLst>
        <pc:spChg chg="mod">
          <ac:chgData name="Mikanovic Marko" userId="601cc853-69c9-4b58-8463-0a429f786402" providerId="ADAL" clId="{E3A60B6A-FA56-4ADF-B427-8628DBFBBB75}" dt="2024-09-27T05:34:43.680" v="2425" actId="20577"/>
          <ac:spMkLst>
            <pc:docMk/>
            <pc:sldMk cId="3568684902" sldId="266"/>
            <ac:spMk id="2" creationId="{B2D65F0D-57B8-1BB5-DA9A-E26752BC62F4}"/>
          </ac:spMkLst>
        </pc:spChg>
        <pc:spChg chg="add del mod">
          <ac:chgData name="Mikanovic Marko" userId="601cc853-69c9-4b58-8463-0a429f786402" providerId="ADAL" clId="{E3A60B6A-FA56-4ADF-B427-8628DBFBBB75}" dt="2024-09-26T17:04:35.847" v="2355" actId="1076"/>
          <ac:spMkLst>
            <pc:docMk/>
            <pc:sldMk cId="3568684902" sldId="266"/>
            <ac:spMk id="3" creationId="{61D8DF99-15B6-4B39-A512-504047259170}"/>
          </ac:spMkLst>
        </pc:spChg>
        <pc:spChg chg="mod">
          <ac:chgData name="Mikanovic Marko" userId="601cc853-69c9-4b58-8463-0a429f786402" providerId="ADAL" clId="{E3A60B6A-FA56-4ADF-B427-8628DBFBBB75}" dt="2024-09-26T16:44:55.058" v="1562" actId="26606"/>
          <ac:spMkLst>
            <pc:docMk/>
            <pc:sldMk cId="3568684902" sldId="266"/>
            <ac:spMk id="4" creationId="{528DFF7F-F5C9-5170-63A7-2EFFB2BD5A03}"/>
          </ac:spMkLst>
        </pc:spChg>
        <pc:spChg chg="mod">
          <ac:chgData name="Mikanovic Marko" userId="601cc853-69c9-4b58-8463-0a429f786402" providerId="ADAL" clId="{E3A60B6A-FA56-4ADF-B427-8628DBFBBB75}" dt="2024-09-26T16:44:55.058" v="1562" actId="26606"/>
          <ac:spMkLst>
            <pc:docMk/>
            <pc:sldMk cId="3568684902" sldId="266"/>
            <ac:spMk id="5" creationId="{6ECBF598-7650-4B9A-2CCA-EE34D5C09FA2}"/>
          </ac:spMkLst>
        </pc:spChg>
        <pc:spChg chg="add">
          <ac:chgData name="Mikanovic Marko" userId="601cc853-69c9-4b58-8463-0a429f786402" providerId="ADAL" clId="{E3A60B6A-FA56-4ADF-B427-8628DBFBBB75}" dt="2024-09-26T16:44:55.058" v="1562" actId="26606"/>
          <ac:spMkLst>
            <pc:docMk/>
            <pc:sldMk cId="3568684902" sldId="266"/>
            <ac:spMk id="11" creationId="{BCED4D40-4B67-4331-AC48-79B82B4A47D8}"/>
          </ac:spMkLst>
        </pc:spChg>
        <pc:spChg chg="add del">
          <ac:chgData name="Mikanovic Marko" userId="601cc853-69c9-4b58-8463-0a429f786402" providerId="ADAL" clId="{E3A60B6A-FA56-4ADF-B427-8628DBFBBB75}" dt="2024-09-26T16:44:24.594" v="1557" actId="26606"/>
          <ac:spMkLst>
            <pc:docMk/>
            <pc:sldMk cId="3568684902" sldId="266"/>
            <ac:spMk id="12" creationId="{F0DCC097-1DB8-4B6D-85D0-6FBA0E1CA4BA}"/>
          </ac:spMkLst>
        </pc:spChg>
        <pc:spChg chg="add del">
          <ac:chgData name="Mikanovic Marko" userId="601cc853-69c9-4b58-8463-0a429f786402" providerId="ADAL" clId="{E3A60B6A-FA56-4ADF-B427-8628DBFBBB75}" dt="2024-09-26T16:44:24.594" v="1557" actId="26606"/>
          <ac:spMkLst>
            <pc:docMk/>
            <pc:sldMk cId="3568684902" sldId="266"/>
            <ac:spMk id="14" creationId="{E0B58608-23C8-4441-994D-C6823EEE1DB7}"/>
          </ac:spMkLst>
        </pc:spChg>
        <pc:spChg chg="add">
          <ac:chgData name="Mikanovic Marko" userId="601cc853-69c9-4b58-8463-0a429f786402" providerId="ADAL" clId="{E3A60B6A-FA56-4ADF-B427-8628DBFBBB75}" dt="2024-09-26T16:44:55.058" v="1562" actId="26606"/>
          <ac:spMkLst>
            <pc:docMk/>
            <pc:sldMk cId="3568684902" sldId="266"/>
            <ac:spMk id="16" creationId="{670CEDEF-4F34-412E-84EE-329C1E936AF5}"/>
          </ac:spMkLst>
        </pc:spChg>
        <pc:picChg chg="add del mod ord">
          <ac:chgData name="Mikanovic Marko" userId="601cc853-69c9-4b58-8463-0a429f786402" providerId="ADAL" clId="{E3A60B6A-FA56-4ADF-B427-8628DBFBBB75}" dt="2024-09-26T16:44:24.859" v="1558" actId="22"/>
          <ac:picMkLst>
            <pc:docMk/>
            <pc:sldMk cId="3568684902" sldId="266"/>
            <ac:picMk id="7" creationId="{9E1BBD8C-169B-9FC1-06D3-F5D4214FEFDC}"/>
          </ac:picMkLst>
        </pc:picChg>
        <pc:picChg chg="add mod ord">
          <ac:chgData name="Mikanovic Marko" userId="601cc853-69c9-4b58-8463-0a429f786402" providerId="ADAL" clId="{E3A60B6A-FA56-4ADF-B427-8628DBFBBB75}" dt="2024-09-26T17:04:31.809" v="2354" actId="1076"/>
          <ac:picMkLst>
            <pc:docMk/>
            <pc:sldMk cId="3568684902" sldId="266"/>
            <ac:picMk id="9" creationId="{4E38880D-957E-8A2E-6F46-475D2C75AD37}"/>
          </ac:picMkLst>
        </pc:picChg>
      </pc:sldChg>
      <pc:sldChg chg="addSp modSp new mod modTransition setBg">
        <pc:chgData name="Mikanovic Marko" userId="601cc853-69c9-4b58-8463-0a429f786402" providerId="ADAL" clId="{E3A60B6A-FA56-4ADF-B427-8628DBFBBB75}" dt="2024-09-27T05:26:52.290" v="2372" actId="404"/>
        <pc:sldMkLst>
          <pc:docMk/>
          <pc:sldMk cId="1871493774" sldId="267"/>
        </pc:sldMkLst>
        <pc:spChg chg="mod">
          <ac:chgData name="Mikanovic Marko" userId="601cc853-69c9-4b58-8463-0a429f786402" providerId="ADAL" clId="{E3A60B6A-FA56-4ADF-B427-8628DBFBBB75}" dt="2024-09-27T05:26:52.290" v="2372" actId="404"/>
          <ac:spMkLst>
            <pc:docMk/>
            <pc:sldMk cId="1871493774" sldId="267"/>
            <ac:spMk id="2" creationId="{4E282CE9-C79F-7916-E05F-6965FD2BB7E9}"/>
          </ac:spMkLst>
        </pc:spChg>
        <pc:spChg chg="mod">
          <ac:chgData name="Mikanovic Marko" userId="601cc853-69c9-4b58-8463-0a429f786402" providerId="ADAL" clId="{E3A60B6A-FA56-4ADF-B427-8628DBFBBB75}" dt="2024-09-26T16:22:30.438" v="1038" actId="20577"/>
          <ac:spMkLst>
            <pc:docMk/>
            <pc:sldMk cId="1871493774" sldId="267"/>
            <ac:spMk id="3" creationId="{E7666CCF-109B-541A-7FAB-1978D3AFC4A8}"/>
          </ac:spMkLst>
        </pc:spChg>
        <pc:spChg chg="mod">
          <ac:chgData name="Mikanovic Marko" userId="601cc853-69c9-4b58-8463-0a429f786402" providerId="ADAL" clId="{E3A60B6A-FA56-4ADF-B427-8628DBFBBB75}" dt="2024-09-20T07:23:39.945" v="922" actId="26606"/>
          <ac:spMkLst>
            <pc:docMk/>
            <pc:sldMk cId="1871493774" sldId="267"/>
            <ac:spMk id="4" creationId="{E2E4F90A-1B78-CAD4-111A-DDA5898F50B8}"/>
          </ac:spMkLst>
        </pc:spChg>
        <pc:spChg chg="mod">
          <ac:chgData name="Mikanovic Marko" userId="601cc853-69c9-4b58-8463-0a429f786402" providerId="ADAL" clId="{E3A60B6A-FA56-4ADF-B427-8628DBFBBB75}" dt="2024-09-20T07:23:39.945" v="922" actId="26606"/>
          <ac:spMkLst>
            <pc:docMk/>
            <pc:sldMk cId="1871493774" sldId="267"/>
            <ac:spMk id="5" creationId="{D6DBEC7B-0891-E3F4-FBC9-78CE1ED97FF8}"/>
          </ac:spMkLst>
        </pc:spChg>
        <pc:spChg chg="add">
          <ac:chgData name="Mikanovic Marko" userId="601cc853-69c9-4b58-8463-0a429f786402" providerId="ADAL" clId="{E3A60B6A-FA56-4ADF-B427-8628DBFBBB75}" dt="2024-09-20T07:23:39.945" v="922" actId="26606"/>
          <ac:spMkLst>
            <pc:docMk/>
            <pc:sldMk cId="1871493774" sldId="267"/>
            <ac:spMk id="3079" creationId="{2B97F24A-32CE-4C1C-A50D-3016B394DCFB}"/>
          </ac:spMkLst>
        </pc:spChg>
        <pc:spChg chg="add">
          <ac:chgData name="Mikanovic Marko" userId="601cc853-69c9-4b58-8463-0a429f786402" providerId="ADAL" clId="{E3A60B6A-FA56-4ADF-B427-8628DBFBBB75}" dt="2024-09-20T07:23:39.945" v="922" actId="26606"/>
          <ac:spMkLst>
            <pc:docMk/>
            <pc:sldMk cId="1871493774" sldId="267"/>
            <ac:spMk id="3081" creationId="{6357EC4F-235E-4222-A36F-C7878ACE37F2}"/>
          </ac:spMkLst>
        </pc:spChg>
        <pc:picChg chg="add mod ord">
          <ac:chgData name="Mikanovic Marko" userId="601cc853-69c9-4b58-8463-0a429f786402" providerId="ADAL" clId="{E3A60B6A-FA56-4ADF-B427-8628DBFBBB75}" dt="2024-09-20T07:23:39.945" v="922" actId="26606"/>
          <ac:picMkLst>
            <pc:docMk/>
            <pc:sldMk cId="1871493774" sldId="267"/>
            <ac:picMk id="3074" creationId="{5609FFA1-01D8-43EC-7BDC-2D9CE78D4C0E}"/>
          </ac:picMkLst>
        </pc:picChg>
      </pc:sldChg>
      <pc:sldMasterChg chg="modTransition modSldLayout">
        <pc:chgData name="Mikanovic Marko" userId="601cc853-69c9-4b58-8463-0a429f786402" providerId="ADAL" clId="{E3A60B6A-FA56-4ADF-B427-8628DBFBBB75}" dt="2024-09-26T17:05:36.137" v="2359"/>
        <pc:sldMasterMkLst>
          <pc:docMk/>
          <pc:sldMasterMk cId="1819883665" sldId="2147483648"/>
        </pc:sldMasterMkLst>
        <pc:sldLayoutChg chg="modTransition">
          <pc:chgData name="Mikanovic Marko" userId="601cc853-69c9-4b58-8463-0a429f786402" providerId="ADAL" clId="{E3A60B6A-FA56-4ADF-B427-8628DBFBBB75}" dt="2024-09-26T17:05:36.137" v="2359"/>
          <pc:sldLayoutMkLst>
            <pc:docMk/>
            <pc:sldMasterMk cId="1819883665" sldId="2147483648"/>
            <pc:sldLayoutMk cId="462619781" sldId="2147483649"/>
          </pc:sldLayoutMkLst>
        </pc:sldLayoutChg>
        <pc:sldLayoutChg chg="modTransition">
          <pc:chgData name="Mikanovic Marko" userId="601cc853-69c9-4b58-8463-0a429f786402" providerId="ADAL" clId="{E3A60B6A-FA56-4ADF-B427-8628DBFBBB75}" dt="2024-09-26T17:05:36.137" v="2359"/>
          <pc:sldLayoutMkLst>
            <pc:docMk/>
            <pc:sldMasterMk cId="1819883665" sldId="2147483648"/>
            <pc:sldLayoutMk cId="2288760722" sldId="2147483650"/>
          </pc:sldLayoutMkLst>
        </pc:sldLayoutChg>
        <pc:sldLayoutChg chg="modTransition">
          <pc:chgData name="Mikanovic Marko" userId="601cc853-69c9-4b58-8463-0a429f786402" providerId="ADAL" clId="{E3A60B6A-FA56-4ADF-B427-8628DBFBBB75}" dt="2024-09-26T17:05:36.137" v="2359"/>
          <pc:sldLayoutMkLst>
            <pc:docMk/>
            <pc:sldMasterMk cId="1819883665" sldId="2147483648"/>
            <pc:sldLayoutMk cId="4851353" sldId="2147483651"/>
          </pc:sldLayoutMkLst>
        </pc:sldLayoutChg>
        <pc:sldLayoutChg chg="modTransition">
          <pc:chgData name="Mikanovic Marko" userId="601cc853-69c9-4b58-8463-0a429f786402" providerId="ADAL" clId="{E3A60B6A-FA56-4ADF-B427-8628DBFBBB75}" dt="2024-09-26T17:05:36.137" v="2359"/>
          <pc:sldLayoutMkLst>
            <pc:docMk/>
            <pc:sldMasterMk cId="1819883665" sldId="2147483648"/>
            <pc:sldLayoutMk cId="3322191849" sldId="2147483652"/>
          </pc:sldLayoutMkLst>
        </pc:sldLayoutChg>
        <pc:sldLayoutChg chg="modTransition">
          <pc:chgData name="Mikanovic Marko" userId="601cc853-69c9-4b58-8463-0a429f786402" providerId="ADAL" clId="{E3A60B6A-FA56-4ADF-B427-8628DBFBBB75}" dt="2024-09-26T17:05:36.137" v="2359"/>
          <pc:sldLayoutMkLst>
            <pc:docMk/>
            <pc:sldMasterMk cId="1819883665" sldId="2147483648"/>
            <pc:sldLayoutMk cId="1032515311" sldId="2147483653"/>
          </pc:sldLayoutMkLst>
        </pc:sldLayoutChg>
        <pc:sldLayoutChg chg="modTransition">
          <pc:chgData name="Mikanovic Marko" userId="601cc853-69c9-4b58-8463-0a429f786402" providerId="ADAL" clId="{E3A60B6A-FA56-4ADF-B427-8628DBFBBB75}" dt="2024-09-26T17:05:36.137" v="2359"/>
          <pc:sldLayoutMkLst>
            <pc:docMk/>
            <pc:sldMasterMk cId="1819883665" sldId="2147483648"/>
            <pc:sldLayoutMk cId="3471787853" sldId="2147483654"/>
          </pc:sldLayoutMkLst>
        </pc:sldLayoutChg>
        <pc:sldLayoutChg chg="modTransition">
          <pc:chgData name="Mikanovic Marko" userId="601cc853-69c9-4b58-8463-0a429f786402" providerId="ADAL" clId="{E3A60B6A-FA56-4ADF-B427-8628DBFBBB75}" dt="2024-09-26T17:05:36.137" v="2359"/>
          <pc:sldLayoutMkLst>
            <pc:docMk/>
            <pc:sldMasterMk cId="1819883665" sldId="2147483648"/>
            <pc:sldLayoutMk cId="4201136405" sldId="2147483655"/>
          </pc:sldLayoutMkLst>
        </pc:sldLayoutChg>
        <pc:sldLayoutChg chg="modTransition">
          <pc:chgData name="Mikanovic Marko" userId="601cc853-69c9-4b58-8463-0a429f786402" providerId="ADAL" clId="{E3A60B6A-FA56-4ADF-B427-8628DBFBBB75}" dt="2024-09-26T17:05:36.137" v="2359"/>
          <pc:sldLayoutMkLst>
            <pc:docMk/>
            <pc:sldMasterMk cId="1819883665" sldId="2147483648"/>
            <pc:sldLayoutMk cId="1052363321" sldId="2147483656"/>
          </pc:sldLayoutMkLst>
        </pc:sldLayoutChg>
        <pc:sldLayoutChg chg="modTransition">
          <pc:chgData name="Mikanovic Marko" userId="601cc853-69c9-4b58-8463-0a429f786402" providerId="ADAL" clId="{E3A60B6A-FA56-4ADF-B427-8628DBFBBB75}" dt="2024-09-26T17:05:36.137" v="2359"/>
          <pc:sldLayoutMkLst>
            <pc:docMk/>
            <pc:sldMasterMk cId="1819883665" sldId="2147483648"/>
            <pc:sldLayoutMk cId="3418862091" sldId="2147483657"/>
          </pc:sldLayoutMkLst>
        </pc:sldLayoutChg>
        <pc:sldLayoutChg chg="modTransition">
          <pc:chgData name="Mikanovic Marko" userId="601cc853-69c9-4b58-8463-0a429f786402" providerId="ADAL" clId="{E3A60B6A-FA56-4ADF-B427-8628DBFBBB75}" dt="2024-09-26T17:05:36.137" v="2359"/>
          <pc:sldLayoutMkLst>
            <pc:docMk/>
            <pc:sldMasterMk cId="1819883665" sldId="2147483648"/>
            <pc:sldLayoutMk cId="159531380" sldId="2147483658"/>
          </pc:sldLayoutMkLst>
        </pc:sldLayoutChg>
        <pc:sldLayoutChg chg="modTransition">
          <pc:chgData name="Mikanovic Marko" userId="601cc853-69c9-4b58-8463-0a429f786402" providerId="ADAL" clId="{E3A60B6A-FA56-4ADF-B427-8628DBFBBB75}" dt="2024-09-26T17:05:36.137" v="2359"/>
          <pc:sldLayoutMkLst>
            <pc:docMk/>
            <pc:sldMasterMk cId="1819883665" sldId="2147483648"/>
            <pc:sldLayoutMk cId="142559173" sldId="2147483659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F658C61-DECC-41B0-943D-41854FDB48BF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293999A-604D-46FD-9831-C7F9AADAC9FF}">
      <dgm:prSet/>
      <dgm:spPr/>
      <dgm:t>
        <a:bodyPr/>
        <a:lstStyle/>
        <a:p>
          <a:r>
            <a:rPr lang="de-AT"/>
            <a:t>Anfragen auf verschiedene Art verarbeitet werden sollen</a:t>
          </a:r>
          <a:endParaRPr lang="en-US"/>
        </a:p>
      </dgm:t>
    </dgm:pt>
    <dgm:pt modelId="{6223E2C7-5CC2-4B38-9E8A-D3ECEDFBC574}" type="parTrans" cxnId="{62B0C219-7CD4-465B-B2BB-5575F1F5D4B6}">
      <dgm:prSet/>
      <dgm:spPr/>
      <dgm:t>
        <a:bodyPr/>
        <a:lstStyle/>
        <a:p>
          <a:endParaRPr lang="en-US"/>
        </a:p>
      </dgm:t>
    </dgm:pt>
    <dgm:pt modelId="{51F164FF-D832-4B62-8D0D-54ECF3021E4A}" type="sibTrans" cxnId="{62B0C219-7CD4-465B-B2BB-5575F1F5D4B6}">
      <dgm:prSet/>
      <dgm:spPr/>
      <dgm:t>
        <a:bodyPr/>
        <a:lstStyle/>
        <a:p>
          <a:endParaRPr lang="en-US"/>
        </a:p>
      </dgm:t>
    </dgm:pt>
    <dgm:pt modelId="{419C5D91-915F-454C-99EB-2F1C7F0356BC}">
      <dgm:prSet/>
      <dgm:spPr/>
      <dgm:t>
        <a:bodyPr/>
        <a:lstStyle/>
        <a:p>
          <a:r>
            <a:rPr lang="de-AT" dirty="0">
              <a:sym typeface="Wingdings" panose="05000000000000000000" pitchFamily="2" charset="2"/>
            </a:rPr>
            <a:t></a:t>
          </a:r>
          <a:r>
            <a:rPr lang="de-AT" dirty="0"/>
            <a:t>genaue Arten und Reihenfolge vorher nicht bekannt</a:t>
          </a:r>
          <a:endParaRPr lang="en-US" dirty="0"/>
        </a:p>
      </dgm:t>
    </dgm:pt>
    <dgm:pt modelId="{2DD40D8A-1332-44EA-B71B-50A2ABEFD2EE}" type="parTrans" cxnId="{0EA7E08C-D2F4-4F96-AADD-8DFBEC399678}">
      <dgm:prSet/>
      <dgm:spPr/>
      <dgm:t>
        <a:bodyPr/>
        <a:lstStyle/>
        <a:p>
          <a:endParaRPr lang="en-US"/>
        </a:p>
      </dgm:t>
    </dgm:pt>
    <dgm:pt modelId="{E66708E5-9767-4A89-B4F3-05219430AC70}" type="sibTrans" cxnId="{0EA7E08C-D2F4-4F96-AADD-8DFBEC399678}">
      <dgm:prSet/>
      <dgm:spPr/>
      <dgm:t>
        <a:bodyPr/>
        <a:lstStyle/>
        <a:p>
          <a:endParaRPr lang="en-US"/>
        </a:p>
      </dgm:t>
    </dgm:pt>
    <dgm:pt modelId="{AF63C372-00B1-4E93-974F-394432FE297C}">
      <dgm:prSet/>
      <dgm:spPr/>
      <dgm:t>
        <a:bodyPr/>
        <a:lstStyle/>
        <a:p>
          <a:r>
            <a:rPr lang="de-AT"/>
            <a:t>Mehrere Handler in einer bestimmten Reihenfolge</a:t>
          </a:r>
          <a:endParaRPr lang="en-US"/>
        </a:p>
      </dgm:t>
    </dgm:pt>
    <dgm:pt modelId="{409319DA-B51D-497A-9C3B-5992DC654BCF}" type="parTrans" cxnId="{16B71575-ABD3-4985-92F0-29278C70A040}">
      <dgm:prSet/>
      <dgm:spPr/>
      <dgm:t>
        <a:bodyPr/>
        <a:lstStyle/>
        <a:p>
          <a:endParaRPr lang="en-US"/>
        </a:p>
      </dgm:t>
    </dgm:pt>
    <dgm:pt modelId="{FE9BEB8C-78B3-4663-AAAF-3DDD7E0AC092}" type="sibTrans" cxnId="{16B71575-ABD3-4985-92F0-29278C70A040}">
      <dgm:prSet/>
      <dgm:spPr/>
      <dgm:t>
        <a:bodyPr/>
        <a:lstStyle/>
        <a:p>
          <a:endParaRPr lang="en-US"/>
        </a:p>
      </dgm:t>
    </dgm:pt>
    <dgm:pt modelId="{569FA861-1144-4409-9B72-A0737045290D}">
      <dgm:prSet/>
      <dgm:spPr/>
      <dgm:t>
        <a:bodyPr/>
        <a:lstStyle/>
        <a:p>
          <a:r>
            <a:rPr lang="de-AT"/>
            <a:t>Menge der Handler soll sich zur Laufzeit ändern</a:t>
          </a:r>
          <a:endParaRPr lang="en-US"/>
        </a:p>
      </dgm:t>
    </dgm:pt>
    <dgm:pt modelId="{A1F294C8-29F3-4325-840E-43DA110F298C}" type="parTrans" cxnId="{AC911A8E-77D3-416B-BBC7-D5F88B2F1060}">
      <dgm:prSet/>
      <dgm:spPr/>
      <dgm:t>
        <a:bodyPr/>
        <a:lstStyle/>
        <a:p>
          <a:endParaRPr lang="en-US"/>
        </a:p>
      </dgm:t>
    </dgm:pt>
    <dgm:pt modelId="{5917C8C2-FC9F-4102-8F6E-59F6059170CC}" type="sibTrans" cxnId="{AC911A8E-77D3-416B-BBC7-D5F88B2F1060}">
      <dgm:prSet/>
      <dgm:spPr/>
      <dgm:t>
        <a:bodyPr/>
        <a:lstStyle/>
        <a:p>
          <a:endParaRPr lang="en-US"/>
        </a:p>
      </dgm:t>
    </dgm:pt>
    <dgm:pt modelId="{F3B60D3C-CC03-420C-963C-53984311B890}" type="pres">
      <dgm:prSet presAssocID="{9F658C61-DECC-41B0-943D-41854FDB48BF}" presName="vert0" presStyleCnt="0">
        <dgm:presLayoutVars>
          <dgm:dir/>
          <dgm:animOne val="branch"/>
          <dgm:animLvl val="lvl"/>
        </dgm:presLayoutVars>
      </dgm:prSet>
      <dgm:spPr/>
    </dgm:pt>
    <dgm:pt modelId="{21F528BA-BF5C-404C-BE80-A22789159C03}" type="pres">
      <dgm:prSet presAssocID="{2293999A-604D-46FD-9831-C7F9AADAC9FF}" presName="thickLine" presStyleLbl="alignNode1" presStyleIdx="0" presStyleCnt="4"/>
      <dgm:spPr/>
    </dgm:pt>
    <dgm:pt modelId="{B995E968-B75E-415A-B665-473259768C73}" type="pres">
      <dgm:prSet presAssocID="{2293999A-604D-46FD-9831-C7F9AADAC9FF}" presName="horz1" presStyleCnt="0"/>
      <dgm:spPr/>
    </dgm:pt>
    <dgm:pt modelId="{0F06BB57-BF03-40F0-BDF0-DCC8BBEDDFEB}" type="pres">
      <dgm:prSet presAssocID="{2293999A-604D-46FD-9831-C7F9AADAC9FF}" presName="tx1" presStyleLbl="revTx" presStyleIdx="0" presStyleCnt="4"/>
      <dgm:spPr/>
    </dgm:pt>
    <dgm:pt modelId="{C7EA25AD-F7E6-490E-AD63-B2585B3B5496}" type="pres">
      <dgm:prSet presAssocID="{2293999A-604D-46FD-9831-C7F9AADAC9FF}" presName="vert1" presStyleCnt="0"/>
      <dgm:spPr/>
    </dgm:pt>
    <dgm:pt modelId="{5F5606ED-8793-414F-BF3D-C6C508E2BC2F}" type="pres">
      <dgm:prSet presAssocID="{419C5D91-915F-454C-99EB-2F1C7F0356BC}" presName="thickLine" presStyleLbl="alignNode1" presStyleIdx="1" presStyleCnt="4"/>
      <dgm:spPr/>
    </dgm:pt>
    <dgm:pt modelId="{C9A40363-FCEE-4FCF-8B0C-BAFC8C379022}" type="pres">
      <dgm:prSet presAssocID="{419C5D91-915F-454C-99EB-2F1C7F0356BC}" presName="horz1" presStyleCnt="0"/>
      <dgm:spPr/>
    </dgm:pt>
    <dgm:pt modelId="{059F82FF-EB82-4980-8400-ED09A8BB98D1}" type="pres">
      <dgm:prSet presAssocID="{419C5D91-915F-454C-99EB-2F1C7F0356BC}" presName="tx1" presStyleLbl="revTx" presStyleIdx="1" presStyleCnt="4"/>
      <dgm:spPr/>
    </dgm:pt>
    <dgm:pt modelId="{521AB8BB-6C50-4DC9-940E-9F50913963FD}" type="pres">
      <dgm:prSet presAssocID="{419C5D91-915F-454C-99EB-2F1C7F0356BC}" presName="vert1" presStyleCnt="0"/>
      <dgm:spPr/>
    </dgm:pt>
    <dgm:pt modelId="{1A3D2811-F289-4E12-A651-C609B671080B}" type="pres">
      <dgm:prSet presAssocID="{AF63C372-00B1-4E93-974F-394432FE297C}" presName="thickLine" presStyleLbl="alignNode1" presStyleIdx="2" presStyleCnt="4"/>
      <dgm:spPr/>
    </dgm:pt>
    <dgm:pt modelId="{4099A063-F146-48B3-81F4-AA85BC1469F5}" type="pres">
      <dgm:prSet presAssocID="{AF63C372-00B1-4E93-974F-394432FE297C}" presName="horz1" presStyleCnt="0"/>
      <dgm:spPr/>
    </dgm:pt>
    <dgm:pt modelId="{38A51D71-B53B-4899-A745-6744BB79B8D3}" type="pres">
      <dgm:prSet presAssocID="{AF63C372-00B1-4E93-974F-394432FE297C}" presName="tx1" presStyleLbl="revTx" presStyleIdx="2" presStyleCnt="4"/>
      <dgm:spPr/>
    </dgm:pt>
    <dgm:pt modelId="{7B2AC697-5F93-496F-AE07-BF3D63956BF0}" type="pres">
      <dgm:prSet presAssocID="{AF63C372-00B1-4E93-974F-394432FE297C}" presName="vert1" presStyleCnt="0"/>
      <dgm:spPr/>
    </dgm:pt>
    <dgm:pt modelId="{CEC2BB12-286A-4AF5-945A-AD462CED033A}" type="pres">
      <dgm:prSet presAssocID="{569FA861-1144-4409-9B72-A0737045290D}" presName="thickLine" presStyleLbl="alignNode1" presStyleIdx="3" presStyleCnt="4"/>
      <dgm:spPr/>
    </dgm:pt>
    <dgm:pt modelId="{F37BE49A-B849-4F2C-8DF3-F3D8570E1363}" type="pres">
      <dgm:prSet presAssocID="{569FA861-1144-4409-9B72-A0737045290D}" presName="horz1" presStyleCnt="0"/>
      <dgm:spPr/>
    </dgm:pt>
    <dgm:pt modelId="{B81885EC-8148-48F1-8E9E-C10EEDE4E98B}" type="pres">
      <dgm:prSet presAssocID="{569FA861-1144-4409-9B72-A0737045290D}" presName="tx1" presStyleLbl="revTx" presStyleIdx="3" presStyleCnt="4"/>
      <dgm:spPr/>
    </dgm:pt>
    <dgm:pt modelId="{A10E2E55-138A-4AB5-99F5-6B18FED292E5}" type="pres">
      <dgm:prSet presAssocID="{569FA861-1144-4409-9B72-A0737045290D}" presName="vert1" presStyleCnt="0"/>
      <dgm:spPr/>
    </dgm:pt>
  </dgm:ptLst>
  <dgm:cxnLst>
    <dgm:cxn modelId="{62B0C219-7CD4-465B-B2BB-5575F1F5D4B6}" srcId="{9F658C61-DECC-41B0-943D-41854FDB48BF}" destId="{2293999A-604D-46FD-9831-C7F9AADAC9FF}" srcOrd="0" destOrd="0" parTransId="{6223E2C7-5CC2-4B38-9E8A-D3ECEDFBC574}" sibTransId="{51F164FF-D832-4B62-8D0D-54ECF3021E4A}"/>
    <dgm:cxn modelId="{E522BD3C-D464-455B-8F9E-63A4E0ADCCF1}" type="presOf" srcId="{569FA861-1144-4409-9B72-A0737045290D}" destId="{B81885EC-8148-48F1-8E9E-C10EEDE4E98B}" srcOrd="0" destOrd="0" presId="urn:microsoft.com/office/officeart/2008/layout/LinedList"/>
    <dgm:cxn modelId="{16B71575-ABD3-4985-92F0-29278C70A040}" srcId="{9F658C61-DECC-41B0-943D-41854FDB48BF}" destId="{AF63C372-00B1-4E93-974F-394432FE297C}" srcOrd="2" destOrd="0" parTransId="{409319DA-B51D-497A-9C3B-5992DC654BCF}" sibTransId="{FE9BEB8C-78B3-4663-AAAF-3DDD7E0AC092}"/>
    <dgm:cxn modelId="{0EA7E08C-D2F4-4F96-AADD-8DFBEC399678}" srcId="{9F658C61-DECC-41B0-943D-41854FDB48BF}" destId="{419C5D91-915F-454C-99EB-2F1C7F0356BC}" srcOrd="1" destOrd="0" parTransId="{2DD40D8A-1332-44EA-B71B-50A2ABEFD2EE}" sibTransId="{E66708E5-9767-4A89-B4F3-05219430AC70}"/>
    <dgm:cxn modelId="{AC911A8E-77D3-416B-BBC7-D5F88B2F1060}" srcId="{9F658C61-DECC-41B0-943D-41854FDB48BF}" destId="{569FA861-1144-4409-9B72-A0737045290D}" srcOrd="3" destOrd="0" parTransId="{A1F294C8-29F3-4325-840E-43DA110F298C}" sibTransId="{5917C8C2-FC9F-4102-8F6E-59F6059170CC}"/>
    <dgm:cxn modelId="{4B4D958E-FD44-4781-9236-3DAAB24CF010}" type="presOf" srcId="{AF63C372-00B1-4E93-974F-394432FE297C}" destId="{38A51D71-B53B-4899-A745-6744BB79B8D3}" srcOrd="0" destOrd="0" presId="urn:microsoft.com/office/officeart/2008/layout/LinedList"/>
    <dgm:cxn modelId="{589C1AAE-66B9-41B7-8854-6DB79B85AE24}" type="presOf" srcId="{419C5D91-915F-454C-99EB-2F1C7F0356BC}" destId="{059F82FF-EB82-4980-8400-ED09A8BB98D1}" srcOrd="0" destOrd="0" presId="urn:microsoft.com/office/officeart/2008/layout/LinedList"/>
    <dgm:cxn modelId="{41AB95CD-0717-41D8-B2A2-7F895CAE1298}" type="presOf" srcId="{2293999A-604D-46FD-9831-C7F9AADAC9FF}" destId="{0F06BB57-BF03-40F0-BDF0-DCC8BBEDDFEB}" srcOrd="0" destOrd="0" presId="urn:microsoft.com/office/officeart/2008/layout/LinedList"/>
    <dgm:cxn modelId="{35EC4EFD-F80A-42B7-9229-92BA29EA7FF2}" type="presOf" srcId="{9F658C61-DECC-41B0-943D-41854FDB48BF}" destId="{F3B60D3C-CC03-420C-963C-53984311B890}" srcOrd="0" destOrd="0" presId="urn:microsoft.com/office/officeart/2008/layout/LinedList"/>
    <dgm:cxn modelId="{C7FE493B-0800-4C26-A54F-F484408BAF65}" type="presParOf" srcId="{F3B60D3C-CC03-420C-963C-53984311B890}" destId="{21F528BA-BF5C-404C-BE80-A22789159C03}" srcOrd="0" destOrd="0" presId="urn:microsoft.com/office/officeart/2008/layout/LinedList"/>
    <dgm:cxn modelId="{109F5702-F655-49D9-A209-F6322159967F}" type="presParOf" srcId="{F3B60D3C-CC03-420C-963C-53984311B890}" destId="{B995E968-B75E-415A-B665-473259768C73}" srcOrd="1" destOrd="0" presId="urn:microsoft.com/office/officeart/2008/layout/LinedList"/>
    <dgm:cxn modelId="{A4DD80EC-E178-4246-AADA-CAFA91AD1F59}" type="presParOf" srcId="{B995E968-B75E-415A-B665-473259768C73}" destId="{0F06BB57-BF03-40F0-BDF0-DCC8BBEDDFEB}" srcOrd="0" destOrd="0" presId="urn:microsoft.com/office/officeart/2008/layout/LinedList"/>
    <dgm:cxn modelId="{1BAA55F1-1BB9-4351-9375-61B80E926EC5}" type="presParOf" srcId="{B995E968-B75E-415A-B665-473259768C73}" destId="{C7EA25AD-F7E6-490E-AD63-B2585B3B5496}" srcOrd="1" destOrd="0" presId="urn:microsoft.com/office/officeart/2008/layout/LinedList"/>
    <dgm:cxn modelId="{B657BFC5-E8A1-43B3-9141-CE78BFDBF4D9}" type="presParOf" srcId="{F3B60D3C-CC03-420C-963C-53984311B890}" destId="{5F5606ED-8793-414F-BF3D-C6C508E2BC2F}" srcOrd="2" destOrd="0" presId="urn:microsoft.com/office/officeart/2008/layout/LinedList"/>
    <dgm:cxn modelId="{49FE9FF1-8575-41EF-B592-00E3FBC59002}" type="presParOf" srcId="{F3B60D3C-CC03-420C-963C-53984311B890}" destId="{C9A40363-FCEE-4FCF-8B0C-BAFC8C379022}" srcOrd="3" destOrd="0" presId="urn:microsoft.com/office/officeart/2008/layout/LinedList"/>
    <dgm:cxn modelId="{C9F91A9A-D652-4C33-8704-C7C12E28B9E4}" type="presParOf" srcId="{C9A40363-FCEE-4FCF-8B0C-BAFC8C379022}" destId="{059F82FF-EB82-4980-8400-ED09A8BB98D1}" srcOrd="0" destOrd="0" presId="urn:microsoft.com/office/officeart/2008/layout/LinedList"/>
    <dgm:cxn modelId="{C7FF894B-B82C-4FFB-BA9B-1A4ECF491889}" type="presParOf" srcId="{C9A40363-FCEE-4FCF-8B0C-BAFC8C379022}" destId="{521AB8BB-6C50-4DC9-940E-9F50913963FD}" srcOrd="1" destOrd="0" presId="urn:microsoft.com/office/officeart/2008/layout/LinedList"/>
    <dgm:cxn modelId="{F78B4B19-A634-4912-91F6-8DAA4B794DBA}" type="presParOf" srcId="{F3B60D3C-CC03-420C-963C-53984311B890}" destId="{1A3D2811-F289-4E12-A651-C609B671080B}" srcOrd="4" destOrd="0" presId="urn:microsoft.com/office/officeart/2008/layout/LinedList"/>
    <dgm:cxn modelId="{110E6C1C-69DE-48E3-994C-0032E519CB51}" type="presParOf" srcId="{F3B60D3C-CC03-420C-963C-53984311B890}" destId="{4099A063-F146-48B3-81F4-AA85BC1469F5}" srcOrd="5" destOrd="0" presId="urn:microsoft.com/office/officeart/2008/layout/LinedList"/>
    <dgm:cxn modelId="{3208820E-9446-4D74-8644-005D0447321D}" type="presParOf" srcId="{4099A063-F146-48B3-81F4-AA85BC1469F5}" destId="{38A51D71-B53B-4899-A745-6744BB79B8D3}" srcOrd="0" destOrd="0" presId="urn:microsoft.com/office/officeart/2008/layout/LinedList"/>
    <dgm:cxn modelId="{FC10B7DC-D70E-439D-B960-D951E975B5DD}" type="presParOf" srcId="{4099A063-F146-48B3-81F4-AA85BC1469F5}" destId="{7B2AC697-5F93-496F-AE07-BF3D63956BF0}" srcOrd="1" destOrd="0" presId="urn:microsoft.com/office/officeart/2008/layout/LinedList"/>
    <dgm:cxn modelId="{D9C4ED29-9FF3-4237-93B9-DC109F5E8F02}" type="presParOf" srcId="{F3B60D3C-CC03-420C-963C-53984311B890}" destId="{CEC2BB12-286A-4AF5-945A-AD462CED033A}" srcOrd="6" destOrd="0" presId="urn:microsoft.com/office/officeart/2008/layout/LinedList"/>
    <dgm:cxn modelId="{31378A27-5D84-4E79-AC7F-C81F247EEAB4}" type="presParOf" srcId="{F3B60D3C-CC03-420C-963C-53984311B890}" destId="{F37BE49A-B849-4F2C-8DF3-F3D8570E1363}" srcOrd="7" destOrd="0" presId="urn:microsoft.com/office/officeart/2008/layout/LinedList"/>
    <dgm:cxn modelId="{B78238BD-D512-42AE-ABF8-E9EC41B18E6F}" type="presParOf" srcId="{F37BE49A-B849-4F2C-8DF3-F3D8570E1363}" destId="{B81885EC-8148-48F1-8E9E-C10EEDE4E98B}" srcOrd="0" destOrd="0" presId="urn:microsoft.com/office/officeart/2008/layout/LinedList"/>
    <dgm:cxn modelId="{D8AAAD43-6962-45AE-9FA7-D4AF6E8961DE}" type="presParOf" srcId="{F37BE49A-B849-4F2C-8DF3-F3D8570E1363}" destId="{A10E2E55-138A-4AB5-99F5-6B18FED292E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F8BAD7A-5365-42AA-A41D-B47BD48A59E4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D8B84CF-F689-4B93-AD05-FF1B063ADD08}">
      <dgm:prSet/>
      <dgm:spPr/>
      <dgm:t>
        <a:bodyPr/>
        <a:lstStyle/>
        <a:p>
          <a:r>
            <a:rPr lang="de-AT"/>
            <a:t>Command, Mediator &amp; Observer</a:t>
          </a:r>
          <a:endParaRPr lang="en-US"/>
        </a:p>
      </dgm:t>
    </dgm:pt>
    <dgm:pt modelId="{DD2B48C6-22B1-4486-BF76-3F19F96C0EFD}" type="parTrans" cxnId="{710C5758-93A6-41DE-9234-2E8CBDB36A62}">
      <dgm:prSet/>
      <dgm:spPr/>
      <dgm:t>
        <a:bodyPr/>
        <a:lstStyle/>
        <a:p>
          <a:endParaRPr lang="en-US"/>
        </a:p>
      </dgm:t>
    </dgm:pt>
    <dgm:pt modelId="{5F7D628C-8A91-4FCF-901D-2FBEA1142170}" type="sibTrans" cxnId="{710C5758-93A6-41DE-9234-2E8CBDB36A62}">
      <dgm:prSet/>
      <dgm:spPr/>
      <dgm:t>
        <a:bodyPr/>
        <a:lstStyle/>
        <a:p>
          <a:endParaRPr lang="en-US"/>
        </a:p>
      </dgm:t>
    </dgm:pt>
    <dgm:pt modelId="{A22911CD-81B2-4C55-AC91-957E419AF6B9}">
      <dgm:prSet/>
      <dgm:spPr/>
      <dgm:t>
        <a:bodyPr/>
        <a:lstStyle/>
        <a:p>
          <a:r>
            <a:rPr lang="de-AT"/>
            <a:t>Sender und Empfänger von Requests miteinander verbinden</a:t>
          </a:r>
          <a:endParaRPr lang="en-US"/>
        </a:p>
      </dgm:t>
    </dgm:pt>
    <dgm:pt modelId="{EFB8668E-2B10-4F9A-91AC-ECD22C3B262C}" type="parTrans" cxnId="{36D7BBC4-7326-497D-9A56-061FC23B7FAB}">
      <dgm:prSet/>
      <dgm:spPr/>
      <dgm:t>
        <a:bodyPr/>
        <a:lstStyle/>
        <a:p>
          <a:endParaRPr lang="en-US"/>
        </a:p>
      </dgm:t>
    </dgm:pt>
    <dgm:pt modelId="{810CDE0E-60A6-471A-9B33-113AA3D6A32A}" type="sibTrans" cxnId="{36D7BBC4-7326-497D-9A56-061FC23B7FAB}">
      <dgm:prSet/>
      <dgm:spPr/>
      <dgm:t>
        <a:bodyPr/>
        <a:lstStyle/>
        <a:p>
          <a:endParaRPr lang="en-US"/>
        </a:p>
      </dgm:t>
    </dgm:pt>
    <dgm:pt modelId="{E7870928-269B-42B7-B1B2-E9AE48CF8BC2}">
      <dgm:prSet/>
      <dgm:spPr/>
      <dgm:t>
        <a:bodyPr/>
        <a:lstStyle/>
        <a:p>
          <a:r>
            <a:rPr lang="de-AT"/>
            <a:t>Decorator</a:t>
          </a:r>
          <a:endParaRPr lang="en-US"/>
        </a:p>
      </dgm:t>
    </dgm:pt>
    <dgm:pt modelId="{DF6C8F04-1CF0-4A7E-A9CB-873D246B78D5}" type="parTrans" cxnId="{26FB68C0-1367-4B28-A279-452CD323D088}">
      <dgm:prSet/>
      <dgm:spPr/>
      <dgm:t>
        <a:bodyPr/>
        <a:lstStyle/>
        <a:p>
          <a:endParaRPr lang="en-US"/>
        </a:p>
      </dgm:t>
    </dgm:pt>
    <dgm:pt modelId="{947F5F1A-887C-41D6-BB5C-76BB44CD30FC}" type="sibTrans" cxnId="{26FB68C0-1367-4B28-A279-452CD323D088}">
      <dgm:prSet/>
      <dgm:spPr/>
      <dgm:t>
        <a:bodyPr/>
        <a:lstStyle/>
        <a:p>
          <a:endParaRPr lang="en-US"/>
        </a:p>
      </dgm:t>
    </dgm:pt>
    <dgm:pt modelId="{223F52F7-900C-4159-8A9D-69C0C4ACE0D5}">
      <dgm:prSet/>
      <dgm:spPr/>
      <dgm:t>
        <a:bodyPr/>
        <a:lstStyle/>
        <a:p>
          <a:r>
            <a:rPr lang="de-AT"/>
            <a:t>Sehr ähnliche Klassenstruktur</a:t>
          </a:r>
          <a:endParaRPr lang="en-US"/>
        </a:p>
      </dgm:t>
    </dgm:pt>
    <dgm:pt modelId="{F0373B58-08EE-4121-A049-F00762A8F97C}" type="parTrans" cxnId="{55FAED35-F962-4A94-B849-5192FBE51291}">
      <dgm:prSet/>
      <dgm:spPr/>
      <dgm:t>
        <a:bodyPr/>
        <a:lstStyle/>
        <a:p>
          <a:endParaRPr lang="en-US"/>
        </a:p>
      </dgm:t>
    </dgm:pt>
    <dgm:pt modelId="{7702E711-1F0E-4892-A1E7-8F16F97F4EF4}" type="sibTrans" cxnId="{55FAED35-F962-4A94-B849-5192FBE51291}">
      <dgm:prSet/>
      <dgm:spPr/>
      <dgm:t>
        <a:bodyPr/>
        <a:lstStyle/>
        <a:p>
          <a:endParaRPr lang="en-US"/>
        </a:p>
      </dgm:t>
    </dgm:pt>
    <dgm:pt modelId="{D060CDCC-8852-4B30-A22B-D4B4641B02AA}">
      <dgm:prSet/>
      <dgm:spPr/>
      <dgm:t>
        <a:bodyPr/>
        <a:lstStyle/>
        <a:p>
          <a:r>
            <a:rPr lang="de-AT"/>
            <a:t>Leitung von Ausführungen durch eine Reihe von Objekten</a:t>
          </a:r>
          <a:endParaRPr lang="en-US"/>
        </a:p>
      </dgm:t>
    </dgm:pt>
    <dgm:pt modelId="{377C5EA9-A6C7-4CB0-9689-CCAEBF28EF89}" type="parTrans" cxnId="{6B2A5256-A174-45B0-84AB-3A11524FCB4F}">
      <dgm:prSet/>
      <dgm:spPr/>
      <dgm:t>
        <a:bodyPr/>
        <a:lstStyle/>
        <a:p>
          <a:endParaRPr lang="en-US"/>
        </a:p>
      </dgm:t>
    </dgm:pt>
    <dgm:pt modelId="{CC0EBCDC-A388-42B3-8261-376953E1C994}" type="sibTrans" cxnId="{6B2A5256-A174-45B0-84AB-3A11524FCB4F}">
      <dgm:prSet/>
      <dgm:spPr/>
      <dgm:t>
        <a:bodyPr/>
        <a:lstStyle/>
        <a:p>
          <a:endParaRPr lang="en-US"/>
        </a:p>
      </dgm:t>
    </dgm:pt>
    <dgm:pt modelId="{E5558B76-B30C-4E38-9CFF-E31844E45AA4}" type="pres">
      <dgm:prSet presAssocID="{1F8BAD7A-5365-42AA-A41D-B47BD48A59E4}" presName="Name0" presStyleCnt="0">
        <dgm:presLayoutVars>
          <dgm:dir/>
          <dgm:animLvl val="lvl"/>
          <dgm:resizeHandles val="exact"/>
        </dgm:presLayoutVars>
      </dgm:prSet>
      <dgm:spPr/>
    </dgm:pt>
    <dgm:pt modelId="{49EAE0CA-E92D-4398-A648-31C7DBFE2A45}" type="pres">
      <dgm:prSet presAssocID="{6D8B84CF-F689-4B93-AD05-FF1B063ADD08}" presName="linNode" presStyleCnt="0"/>
      <dgm:spPr/>
    </dgm:pt>
    <dgm:pt modelId="{F8F6EAFF-9C9B-4237-B022-D8EC72C63D89}" type="pres">
      <dgm:prSet presAssocID="{6D8B84CF-F689-4B93-AD05-FF1B063ADD08}" presName="parentText" presStyleLbl="alignNode1" presStyleIdx="0" presStyleCnt="2">
        <dgm:presLayoutVars>
          <dgm:chMax val="1"/>
          <dgm:bulletEnabled/>
        </dgm:presLayoutVars>
      </dgm:prSet>
      <dgm:spPr/>
    </dgm:pt>
    <dgm:pt modelId="{43C22106-2D8D-4655-A404-0868F7F17F87}" type="pres">
      <dgm:prSet presAssocID="{6D8B84CF-F689-4B93-AD05-FF1B063ADD08}" presName="descendantText" presStyleLbl="alignAccFollowNode1" presStyleIdx="0" presStyleCnt="2">
        <dgm:presLayoutVars>
          <dgm:bulletEnabled/>
        </dgm:presLayoutVars>
      </dgm:prSet>
      <dgm:spPr/>
    </dgm:pt>
    <dgm:pt modelId="{6472688E-1D1D-4D13-831D-E7AB1E37C2D2}" type="pres">
      <dgm:prSet presAssocID="{5F7D628C-8A91-4FCF-901D-2FBEA1142170}" presName="sp" presStyleCnt="0"/>
      <dgm:spPr/>
    </dgm:pt>
    <dgm:pt modelId="{287BED28-70CA-4E1B-A2D1-231571B04B07}" type="pres">
      <dgm:prSet presAssocID="{E7870928-269B-42B7-B1B2-E9AE48CF8BC2}" presName="linNode" presStyleCnt="0"/>
      <dgm:spPr/>
    </dgm:pt>
    <dgm:pt modelId="{4ACAD993-A108-4EDA-ABBF-9EF2387DB556}" type="pres">
      <dgm:prSet presAssocID="{E7870928-269B-42B7-B1B2-E9AE48CF8BC2}" presName="parentText" presStyleLbl="alignNode1" presStyleIdx="1" presStyleCnt="2">
        <dgm:presLayoutVars>
          <dgm:chMax val="1"/>
          <dgm:bulletEnabled/>
        </dgm:presLayoutVars>
      </dgm:prSet>
      <dgm:spPr/>
    </dgm:pt>
    <dgm:pt modelId="{8C69A6CB-274E-4F06-9D5E-4886437031B9}" type="pres">
      <dgm:prSet presAssocID="{E7870928-269B-42B7-B1B2-E9AE48CF8BC2}" presName="descendantText" presStyleLbl="alignAccFollowNode1" presStyleIdx="1" presStyleCnt="2">
        <dgm:presLayoutVars>
          <dgm:bulletEnabled/>
        </dgm:presLayoutVars>
      </dgm:prSet>
      <dgm:spPr/>
    </dgm:pt>
  </dgm:ptLst>
  <dgm:cxnLst>
    <dgm:cxn modelId="{152FEC1C-1914-418F-99EB-D6C7524C1D0F}" type="presOf" srcId="{223F52F7-900C-4159-8A9D-69C0C4ACE0D5}" destId="{8C69A6CB-274E-4F06-9D5E-4886437031B9}" srcOrd="0" destOrd="0" presId="urn:microsoft.com/office/officeart/2016/7/layout/VerticalSolidActionList"/>
    <dgm:cxn modelId="{BE3F361F-4737-4FAF-B8CC-E1F8B4DF70A4}" type="presOf" srcId="{E7870928-269B-42B7-B1B2-E9AE48CF8BC2}" destId="{4ACAD993-A108-4EDA-ABBF-9EF2387DB556}" srcOrd="0" destOrd="0" presId="urn:microsoft.com/office/officeart/2016/7/layout/VerticalSolidActionList"/>
    <dgm:cxn modelId="{55FAED35-F962-4A94-B849-5192FBE51291}" srcId="{E7870928-269B-42B7-B1B2-E9AE48CF8BC2}" destId="{223F52F7-900C-4159-8A9D-69C0C4ACE0D5}" srcOrd="0" destOrd="0" parTransId="{F0373B58-08EE-4121-A049-F00762A8F97C}" sibTransId="{7702E711-1F0E-4892-A1E7-8F16F97F4EF4}"/>
    <dgm:cxn modelId="{6B2A5256-A174-45B0-84AB-3A11524FCB4F}" srcId="{E7870928-269B-42B7-B1B2-E9AE48CF8BC2}" destId="{D060CDCC-8852-4B30-A22B-D4B4641B02AA}" srcOrd="1" destOrd="0" parTransId="{377C5EA9-A6C7-4CB0-9689-CCAEBF28EF89}" sibTransId="{CC0EBCDC-A388-42B3-8261-376953E1C994}"/>
    <dgm:cxn modelId="{710C5758-93A6-41DE-9234-2E8CBDB36A62}" srcId="{1F8BAD7A-5365-42AA-A41D-B47BD48A59E4}" destId="{6D8B84CF-F689-4B93-AD05-FF1B063ADD08}" srcOrd="0" destOrd="0" parTransId="{DD2B48C6-22B1-4486-BF76-3F19F96C0EFD}" sibTransId="{5F7D628C-8A91-4FCF-901D-2FBEA1142170}"/>
    <dgm:cxn modelId="{D91F2AA7-CD6E-4B29-BBBE-2165E5221FBB}" type="presOf" srcId="{1F8BAD7A-5365-42AA-A41D-B47BD48A59E4}" destId="{E5558B76-B30C-4E38-9CFF-E31844E45AA4}" srcOrd="0" destOrd="0" presId="urn:microsoft.com/office/officeart/2016/7/layout/VerticalSolidActionList"/>
    <dgm:cxn modelId="{52A19CBD-752A-4761-9F0A-4F59B25CD86A}" type="presOf" srcId="{A22911CD-81B2-4C55-AC91-957E419AF6B9}" destId="{43C22106-2D8D-4655-A404-0868F7F17F87}" srcOrd="0" destOrd="0" presId="urn:microsoft.com/office/officeart/2016/7/layout/VerticalSolidActionList"/>
    <dgm:cxn modelId="{26FB68C0-1367-4B28-A279-452CD323D088}" srcId="{1F8BAD7A-5365-42AA-A41D-B47BD48A59E4}" destId="{E7870928-269B-42B7-B1B2-E9AE48CF8BC2}" srcOrd="1" destOrd="0" parTransId="{DF6C8F04-1CF0-4A7E-A9CB-873D246B78D5}" sibTransId="{947F5F1A-887C-41D6-BB5C-76BB44CD30FC}"/>
    <dgm:cxn modelId="{36D7BBC4-7326-497D-9A56-061FC23B7FAB}" srcId="{6D8B84CF-F689-4B93-AD05-FF1B063ADD08}" destId="{A22911CD-81B2-4C55-AC91-957E419AF6B9}" srcOrd="0" destOrd="0" parTransId="{EFB8668E-2B10-4F9A-91AC-ECD22C3B262C}" sibTransId="{810CDE0E-60A6-471A-9B33-113AA3D6A32A}"/>
    <dgm:cxn modelId="{36C3D8CC-E108-4D08-B7D8-6233EC3D9820}" type="presOf" srcId="{D060CDCC-8852-4B30-A22B-D4B4641B02AA}" destId="{8C69A6CB-274E-4F06-9D5E-4886437031B9}" srcOrd="0" destOrd="1" presId="urn:microsoft.com/office/officeart/2016/7/layout/VerticalSolidActionList"/>
    <dgm:cxn modelId="{ED7A39E1-C19C-470C-BD19-7216EF3ACBBF}" type="presOf" srcId="{6D8B84CF-F689-4B93-AD05-FF1B063ADD08}" destId="{F8F6EAFF-9C9B-4237-B022-D8EC72C63D89}" srcOrd="0" destOrd="0" presId="urn:microsoft.com/office/officeart/2016/7/layout/VerticalSolidActionList"/>
    <dgm:cxn modelId="{2E819E70-8B82-48BE-9077-C45CC930D3D5}" type="presParOf" srcId="{E5558B76-B30C-4E38-9CFF-E31844E45AA4}" destId="{49EAE0CA-E92D-4398-A648-31C7DBFE2A45}" srcOrd="0" destOrd="0" presId="urn:microsoft.com/office/officeart/2016/7/layout/VerticalSolidActionList"/>
    <dgm:cxn modelId="{E05F4C66-310B-4CF2-AA67-A46B36546FA0}" type="presParOf" srcId="{49EAE0CA-E92D-4398-A648-31C7DBFE2A45}" destId="{F8F6EAFF-9C9B-4237-B022-D8EC72C63D89}" srcOrd="0" destOrd="0" presId="urn:microsoft.com/office/officeart/2016/7/layout/VerticalSolidActionList"/>
    <dgm:cxn modelId="{7B6CC9E5-4EF7-454F-8353-D4B2F22675F8}" type="presParOf" srcId="{49EAE0CA-E92D-4398-A648-31C7DBFE2A45}" destId="{43C22106-2D8D-4655-A404-0868F7F17F87}" srcOrd="1" destOrd="0" presId="urn:microsoft.com/office/officeart/2016/7/layout/VerticalSolidActionList"/>
    <dgm:cxn modelId="{6D35DECB-8B35-4F24-8093-D682DA705769}" type="presParOf" srcId="{E5558B76-B30C-4E38-9CFF-E31844E45AA4}" destId="{6472688E-1D1D-4D13-831D-E7AB1E37C2D2}" srcOrd="1" destOrd="0" presId="urn:microsoft.com/office/officeart/2016/7/layout/VerticalSolidActionList"/>
    <dgm:cxn modelId="{F9200CE7-1EB9-4376-9756-DF5101298C5E}" type="presParOf" srcId="{E5558B76-B30C-4E38-9CFF-E31844E45AA4}" destId="{287BED28-70CA-4E1B-A2D1-231571B04B07}" srcOrd="2" destOrd="0" presId="urn:microsoft.com/office/officeart/2016/7/layout/VerticalSolidActionList"/>
    <dgm:cxn modelId="{05DDEEA7-DA62-4E4B-8A11-2E39A84FE54D}" type="presParOf" srcId="{287BED28-70CA-4E1B-A2D1-231571B04B07}" destId="{4ACAD993-A108-4EDA-ABBF-9EF2387DB556}" srcOrd="0" destOrd="0" presId="urn:microsoft.com/office/officeart/2016/7/layout/VerticalSolidActionList"/>
    <dgm:cxn modelId="{7BF3BC73-DC21-4C2F-BC5F-65019A81A691}" type="presParOf" srcId="{287BED28-70CA-4E1B-A2D1-231571B04B07}" destId="{8C69A6CB-274E-4F06-9D5E-4886437031B9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F528BA-BF5C-404C-BE80-A22789159C03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06BB57-BF03-40F0-BDF0-DCC8BBEDDFEB}">
      <dsp:nvSpPr>
        <dsp:cNvPr id="0" name=""/>
        <dsp:cNvSpPr/>
      </dsp:nvSpPr>
      <dsp:spPr>
        <a:xfrm>
          <a:off x="0" y="0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3300" kern="1200"/>
            <a:t>Anfragen auf verschiedene Art verarbeitet werden sollen</a:t>
          </a:r>
          <a:endParaRPr lang="en-US" sz="3300" kern="1200"/>
        </a:p>
      </dsp:txBody>
      <dsp:txXfrm>
        <a:off x="0" y="0"/>
        <a:ext cx="10515600" cy="1087834"/>
      </dsp:txXfrm>
    </dsp:sp>
    <dsp:sp modelId="{5F5606ED-8793-414F-BF3D-C6C508E2BC2F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9F82FF-EB82-4980-8400-ED09A8BB98D1}">
      <dsp:nvSpPr>
        <dsp:cNvPr id="0" name=""/>
        <dsp:cNvSpPr/>
      </dsp:nvSpPr>
      <dsp:spPr>
        <a:xfrm>
          <a:off x="0" y="1087834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3300" kern="1200" dirty="0">
              <a:sym typeface="Wingdings" panose="05000000000000000000" pitchFamily="2" charset="2"/>
            </a:rPr>
            <a:t></a:t>
          </a:r>
          <a:r>
            <a:rPr lang="de-AT" sz="3300" kern="1200" dirty="0"/>
            <a:t>genaue Arten und Reihenfolge vorher nicht bekannt</a:t>
          </a:r>
          <a:endParaRPr lang="en-US" sz="3300" kern="1200" dirty="0"/>
        </a:p>
      </dsp:txBody>
      <dsp:txXfrm>
        <a:off x="0" y="1087834"/>
        <a:ext cx="10515600" cy="1087834"/>
      </dsp:txXfrm>
    </dsp:sp>
    <dsp:sp modelId="{1A3D2811-F289-4E12-A651-C609B671080B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A51D71-B53B-4899-A745-6744BB79B8D3}">
      <dsp:nvSpPr>
        <dsp:cNvPr id="0" name=""/>
        <dsp:cNvSpPr/>
      </dsp:nvSpPr>
      <dsp:spPr>
        <a:xfrm>
          <a:off x="0" y="2175669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3300" kern="1200"/>
            <a:t>Mehrere Handler in einer bestimmten Reihenfolge</a:t>
          </a:r>
          <a:endParaRPr lang="en-US" sz="3300" kern="1200"/>
        </a:p>
      </dsp:txBody>
      <dsp:txXfrm>
        <a:off x="0" y="2175669"/>
        <a:ext cx="10515600" cy="1087834"/>
      </dsp:txXfrm>
    </dsp:sp>
    <dsp:sp modelId="{CEC2BB12-286A-4AF5-945A-AD462CED033A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1885EC-8148-48F1-8E9E-C10EEDE4E98B}">
      <dsp:nvSpPr>
        <dsp:cNvPr id="0" name=""/>
        <dsp:cNvSpPr/>
      </dsp:nvSpPr>
      <dsp:spPr>
        <a:xfrm>
          <a:off x="0" y="3263503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3300" kern="1200"/>
            <a:t>Menge der Handler soll sich zur Laufzeit ändern</a:t>
          </a:r>
          <a:endParaRPr lang="en-US" sz="3300" kern="1200"/>
        </a:p>
      </dsp:txBody>
      <dsp:txXfrm>
        <a:off x="0" y="3263503"/>
        <a:ext cx="10515600" cy="10878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C22106-2D8D-4655-A404-0868F7F17F87}">
      <dsp:nvSpPr>
        <dsp:cNvPr id="0" name=""/>
        <dsp:cNvSpPr/>
      </dsp:nvSpPr>
      <dsp:spPr>
        <a:xfrm>
          <a:off x="2103120" y="347"/>
          <a:ext cx="8412480" cy="1916593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486815" rIns="163225" bIns="486815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2400" kern="1200"/>
            <a:t>Sender und Empfänger von Requests miteinander verbinden</a:t>
          </a:r>
          <a:endParaRPr lang="en-US" sz="2400" kern="1200"/>
        </a:p>
      </dsp:txBody>
      <dsp:txXfrm>
        <a:off x="2103120" y="347"/>
        <a:ext cx="8412480" cy="1916593"/>
      </dsp:txXfrm>
    </dsp:sp>
    <dsp:sp modelId="{F8F6EAFF-9C9B-4237-B022-D8EC72C63D89}">
      <dsp:nvSpPr>
        <dsp:cNvPr id="0" name=""/>
        <dsp:cNvSpPr/>
      </dsp:nvSpPr>
      <dsp:spPr>
        <a:xfrm>
          <a:off x="0" y="347"/>
          <a:ext cx="2103120" cy="191659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189317" rIns="111290" bIns="189317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2800" kern="1200"/>
            <a:t>Command, Mediator &amp; Observer</a:t>
          </a:r>
          <a:endParaRPr lang="en-US" sz="2800" kern="1200"/>
        </a:p>
      </dsp:txBody>
      <dsp:txXfrm>
        <a:off x="0" y="347"/>
        <a:ext cx="2103120" cy="1916593"/>
      </dsp:txXfrm>
    </dsp:sp>
    <dsp:sp modelId="{8C69A6CB-274E-4F06-9D5E-4886437031B9}">
      <dsp:nvSpPr>
        <dsp:cNvPr id="0" name=""/>
        <dsp:cNvSpPr/>
      </dsp:nvSpPr>
      <dsp:spPr>
        <a:xfrm>
          <a:off x="2103120" y="2031935"/>
          <a:ext cx="8412480" cy="1916593"/>
        </a:xfrm>
        <a:prstGeom prst="rect">
          <a:avLst/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11944666"/>
              <a:satOff val="2667"/>
              <a:lumOff val="4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486815" rIns="163225" bIns="486815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2400" kern="1200"/>
            <a:t>Sehr ähnliche Klassenstruktur</a:t>
          </a:r>
          <a:endParaRPr lang="en-US" sz="2400" kern="1200"/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2400" kern="1200"/>
            <a:t>Leitung von Ausführungen durch eine Reihe von Objekten</a:t>
          </a:r>
          <a:endParaRPr lang="en-US" sz="2400" kern="1200"/>
        </a:p>
      </dsp:txBody>
      <dsp:txXfrm>
        <a:off x="2103120" y="2031935"/>
        <a:ext cx="8412480" cy="1916593"/>
      </dsp:txXfrm>
    </dsp:sp>
    <dsp:sp modelId="{4ACAD993-A108-4EDA-ABBF-9EF2387DB556}">
      <dsp:nvSpPr>
        <dsp:cNvPr id="0" name=""/>
        <dsp:cNvSpPr/>
      </dsp:nvSpPr>
      <dsp:spPr>
        <a:xfrm>
          <a:off x="0" y="2031935"/>
          <a:ext cx="2103120" cy="1916593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189317" rIns="111290" bIns="189317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2800" kern="1200"/>
            <a:t>Decorator</a:t>
          </a:r>
          <a:endParaRPr lang="en-US" sz="2800" kern="1200"/>
        </a:p>
      </dsp:txBody>
      <dsp:txXfrm>
        <a:off x="0" y="2031935"/>
        <a:ext cx="2103120" cy="19165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A180EE-BACA-4642-A693-CFF5CA4E020F}" type="datetimeFigureOut">
              <a:rPr lang="de-AT" smtClean="0"/>
              <a:t>27.09.2024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62ADC-6B93-4951-9022-17D840B2EB5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9165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62ADC-6B93-4951-9022-17D840B2EB52}" type="slidenum">
              <a:rPr lang="de-AT" smtClean="0"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56967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455B80-8170-2030-E8D1-CA2479EAAF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A9F5AF1-1596-36B4-54A7-F430CB494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13206B3-2358-6517-49BC-71344B026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AB5B6-7BF8-4146-8BA5-59D49D4A43EA}" type="datetime1">
              <a:rPr lang="de-AT" smtClean="0"/>
              <a:t>27.09.2024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2490D2E-FBB4-ACB3-AB48-40FB5B8BF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Eric &amp; Marko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BC5E858-4F69-0ACB-CD70-624DFC54C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45AB6-FB4C-4204-BDEE-C02B7B60F439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626197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DA6062-3A51-E13E-14EC-EFD5352B6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E58A3AA-01D2-3635-1860-92C55989A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616A60-3880-92B0-E4BB-9027E153B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8C3BD-CE51-4E26-A991-54B8C23BFC72}" type="datetime1">
              <a:rPr lang="de-AT" smtClean="0"/>
              <a:t>27.09.2024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991C6D6-DECA-C964-9533-0A2AB26BA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Eric &amp; Marko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D66D5D-FD14-98F4-545A-81AEDC0BB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45AB6-FB4C-4204-BDEE-C02B7B60F439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887607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E872CD-EFC0-E20F-3AC8-A22FF1812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3C27CFC-EF81-F1EC-7FFC-44179FF1C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D09315A-7A02-3B81-CAF6-56BFF0651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22A4-97C9-4950-8458-4F76AD27C8FD}" type="datetime1">
              <a:rPr lang="de-AT" smtClean="0"/>
              <a:t>27.09.2024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9DE1BC5-5AD7-BB4C-B853-7450853EA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Eric &amp; Marko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D9EB021-F929-6BBB-53B5-09C4086FB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45AB6-FB4C-4204-BDEE-C02B7B60F439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8513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E36196-A767-FF38-14F7-049A8C5EF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932F959-6F5B-4B9C-3FF0-D223C59EC1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A07184A-6AFA-799D-D170-A9A0DA415D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CBD7D17-4EBC-5220-6153-9518BCB16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48068-BF80-46E4-936A-05DA87FD653B}" type="datetime1">
              <a:rPr lang="de-AT" smtClean="0"/>
              <a:t>27.09.2024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7677E86-8936-E1AD-D8CA-DB43ACC38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Eric &amp; Marko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31E243E-C618-3C1F-73DB-71DB2CA98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45AB6-FB4C-4204-BDEE-C02B7B60F439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221918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24BF6B-5C86-1884-4F09-2E58E313D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BCC4E5B-7912-8797-39E9-31EC609EE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8594E50-BB7E-7554-6D20-B9D21A7079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B8573D2-6A01-C617-3CF9-D4566651FB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5F91AAE-454F-EA9D-9315-0407B57CA8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D75F188-A016-F98C-4F1B-6DBEAD1B2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E1A48-2F94-4000-B3D1-4E4869914DF4}" type="datetime1">
              <a:rPr lang="de-AT" smtClean="0"/>
              <a:t>27.09.2024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5BBC421-F78F-D83F-9F56-DA2FA99C8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Eric &amp; Marko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65AE483-2C90-698E-8770-00C22DD21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45AB6-FB4C-4204-BDEE-C02B7B60F439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32515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6308FE-A0F5-C632-09F1-4B5C5270A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D77AD31-73BC-E041-148C-CB6F2C333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25A8D-EC9F-4689-B150-FE73B37234C4}" type="datetime1">
              <a:rPr lang="de-AT" smtClean="0"/>
              <a:t>27.09.2024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872D83B-D630-F4DA-78CC-44E0EA8ED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Eric &amp; Marko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49C25B2-E683-401A-604A-0F8ADD8FD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45AB6-FB4C-4204-BDEE-C02B7B60F439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4717878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C5351D8-B6E5-D9EC-A17F-5B2CF6D76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E2055-DBA4-474A-968F-A4DFB272465D}" type="datetime1">
              <a:rPr lang="de-AT" smtClean="0"/>
              <a:t>27.09.2024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AF0C844-E3DE-6514-9C5D-815A99E3B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Eric &amp; Marko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E055780-E0AC-5CD0-EB3B-DF65BF428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45AB6-FB4C-4204-BDEE-C02B7B60F439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011364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7A4460-EBE8-886B-6B85-6CBF54AC7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C1FA92-47B0-36E2-261A-5840A7935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0485FAA-ADFE-5F81-F42C-12304038DC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5A367ED-38F2-77E8-DD0C-96399BD38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5B211-6048-47A2-A525-F64FB2D429D7}" type="datetime1">
              <a:rPr lang="de-AT" smtClean="0"/>
              <a:t>27.09.2024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16B6BFB-548F-3E58-79EF-0EB6A5C44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Eric &amp; Marko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B1255D7-4675-A38E-1F30-3525E7E74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45AB6-FB4C-4204-BDEE-C02B7B60F439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523633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DB6EB1-F450-BA01-5852-E0C5A149A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FD85D98-CE4B-9BE0-B936-24040BFA8F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B957026-AEFD-2FBC-A48F-BC821D03E2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125000F-519E-0D4E-1A24-0ABD65A73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490B6-721D-47C3-AAA3-5E4D1E8E2ADD}" type="datetime1">
              <a:rPr lang="de-AT" smtClean="0"/>
              <a:t>27.09.2024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86FC2BD-D722-44F7-D0A2-4B7A3721C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Eric &amp; Marko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0B3DF7E-9353-2B85-16E0-E5EDB8217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45AB6-FB4C-4204-BDEE-C02B7B60F439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4188620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511C25-E3D0-8938-EB88-E3823C9B8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1FBF353-01A5-67BF-973B-06072EB5F6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91FDB4D-36AB-B6D3-5A17-3B8254311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2342-E093-4B2E-9F3F-8A364646BFDE}" type="datetime1">
              <a:rPr lang="de-AT" smtClean="0"/>
              <a:t>27.09.2024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F6D215A-C09E-71B0-C542-4C8EB4202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Eric &amp; Marko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A5C7816-063B-92AA-F929-8F5CBCCFC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45AB6-FB4C-4204-BDEE-C02B7B60F439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95313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CFCACDE-F7CD-BE2F-0C2B-F3B5558085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E0D5C85-32F1-CD81-C533-1D24F22AB1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85E32BC-E906-920A-72D4-2EA3DA0FD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ABD7D-0594-4B9C-9A5E-6C3D82D623F0}" type="datetime1">
              <a:rPr lang="de-AT" smtClean="0"/>
              <a:t>27.09.2024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39BFE-1195-4EC8-02DC-D5F9F719E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Eric &amp; Marko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F74D8B1-778D-7925-66AE-FDCCC2908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45AB6-FB4C-4204-BDEE-C02B7B60F439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25591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AFF23F9-1452-1528-E35D-D7B5A816E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EA4A16B-8F11-762C-E3EA-A47D8F3F8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65A9575-BF23-0881-3842-B5D9A206E8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C4B4C5-632A-4A31-8A93-A1E8AAE96077}" type="datetime1">
              <a:rPr lang="de-AT" smtClean="0"/>
              <a:t>27.09.2024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E6A890B-7665-B6B5-0DC3-555787A6F0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AT"/>
              <a:t>Eric &amp; Marko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30E7452-866A-3F24-05AB-A84773F8F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045AB6-FB4C-4204-BDEE-C02B7B60F439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19883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D47766EE-4192-4B2D-A5A0-F60F9A5F7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Chain of Responsibility design pattern">
            <a:extLst>
              <a:ext uri="{FF2B5EF4-FFF2-40B4-BE49-F238E27FC236}">
                <a16:creationId xmlns:a16="http://schemas.microsoft.com/office/drawing/2014/main" id="{8779C243-91A3-CC18-A15F-1B2C63EB4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91" b="5609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Graphic 1">
            <a:extLst>
              <a:ext uri="{FF2B5EF4-FFF2-40B4-BE49-F238E27FC236}">
                <a16:creationId xmlns:a16="http://schemas.microsoft.com/office/drawing/2014/main" id="{D6705569-F545-4F47-A260-A9202826E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2655438" y="838201"/>
            <a:ext cx="7098161" cy="4549051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5F27AA4-D671-9006-64F1-6BAA3BEB83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25473" y="1924619"/>
            <a:ext cx="5541054" cy="1655378"/>
          </a:xfrm>
        </p:spPr>
        <p:txBody>
          <a:bodyPr>
            <a:normAutofit/>
          </a:bodyPr>
          <a:lstStyle/>
          <a:p>
            <a:r>
              <a:rPr lang="de-AT" sz="4400"/>
              <a:t>Chain of Responsibility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56BA355-3BCD-1EA2-597D-94719FBA9F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80419" y="3668285"/>
            <a:ext cx="4431162" cy="1337967"/>
          </a:xfrm>
        </p:spPr>
        <p:txBody>
          <a:bodyPr>
            <a:normAutofit/>
          </a:bodyPr>
          <a:lstStyle/>
          <a:p>
            <a:r>
              <a:rPr lang="de-AT" dirty="0"/>
              <a:t>Eric, Marko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A824B1-6675-E490-9E70-8C984B8D9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45AB6-FB4C-4204-BDEE-C02B7B60F439}" type="slidenum">
              <a:rPr lang="de-AT" smtClean="0"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672738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D7037F-D05B-A358-AF2A-2CF9373F8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de-AT">
                <a:solidFill>
                  <a:srgbClr val="FFFFFF"/>
                </a:solidFill>
              </a:rPr>
              <a:t>Inhalt</a:t>
            </a:r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AE3C45A-266C-280A-2D72-271040558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de-AT" dirty="0"/>
              <a:t>Was ist die „Chain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Responsibility</a:t>
            </a:r>
            <a:r>
              <a:rPr lang="de-AT" dirty="0"/>
              <a:t>“?</a:t>
            </a:r>
          </a:p>
          <a:p>
            <a:r>
              <a:rPr lang="de-AT" dirty="0"/>
              <a:t>Problem</a:t>
            </a:r>
          </a:p>
          <a:p>
            <a:r>
              <a:rPr lang="de-AT" dirty="0"/>
              <a:t>Lösung</a:t>
            </a:r>
          </a:p>
          <a:p>
            <a:r>
              <a:rPr lang="de-AT" dirty="0"/>
              <a:t>Beispiel</a:t>
            </a:r>
          </a:p>
          <a:p>
            <a:r>
              <a:rPr lang="de-AT" dirty="0"/>
              <a:t>Struktur</a:t>
            </a:r>
          </a:p>
          <a:p>
            <a:r>
              <a:rPr lang="de-AT" dirty="0"/>
              <a:t>Anwendbarkeit</a:t>
            </a:r>
          </a:p>
          <a:p>
            <a:r>
              <a:rPr lang="de-AT" dirty="0"/>
              <a:t>Pros &amp; </a:t>
            </a:r>
            <a:r>
              <a:rPr lang="de-AT" dirty="0" err="1"/>
              <a:t>Cons</a:t>
            </a:r>
            <a:endParaRPr lang="de-AT" dirty="0"/>
          </a:p>
          <a:p>
            <a:r>
              <a:rPr lang="de-AT" dirty="0"/>
              <a:t>Relationen mit anderen Design Patterns</a:t>
            </a:r>
          </a:p>
          <a:p>
            <a:r>
              <a:rPr lang="de-AT" dirty="0"/>
              <a:t>Code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B7F4AAE-E689-1CF9-D959-5194ABC3F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41564" y="6356350"/>
            <a:ext cx="181223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C045AB6-FB4C-4204-BDEE-C02B7B60F439}" type="slidenum">
              <a:rPr lang="de-AT" smtClean="0"/>
              <a:pPr>
                <a:spcAft>
                  <a:spcPts val="600"/>
                </a:spcAft>
              </a:pPr>
              <a:t>2</a:t>
            </a:fld>
            <a:endParaRPr lang="de-AT"/>
          </a:p>
        </p:txBody>
      </p: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6F2452F9-09F8-F830-F028-A809508B242F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AT"/>
              <a:t>Eric &amp; Marko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4337329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E94D8E4-88EC-DECD-253C-4F4DB75E0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de-AT" sz="3400"/>
              <a:t>Was ist die „Chain of Responsibility“?</a:t>
            </a:r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0B18EB-CDA3-8FD0-9FE6-F0CF4804F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r>
              <a:rPr lang="de-AT" sz="2000" dirty="0"/>
              <a:t>Behavioral Design Pattern</a:t>
            </a:r>
          </a:p>
          <a:p>
            <a:r>
              <a:rPr lang="de-AT" sz="2000" dirty="0"/>
              <a:t>Algorithmen &amp; Verantwortlichkeit zwischen Objekten</a:t>
            </a:r>
          </a:p>
          <a:p>
            <a:r>
              <a:rPr lang="de-AT" sz="2000" dirty="0" err="1"/>
              <a:t>Requests</a:t>
            </a:r>
            <a:r>
              <a:rPr lang="de-AT" sz="2000" dirty="0"/>
              <a:t> </a:t>
            </a:r>
            <a:r>
              <a:rPr lang="de-AT" sz="2000" dirty="0">
                <a:sym typeface="Wingdings" panose="05000000000000000000" pitchFamily="2" charset="2"/>
              </a:rPr>
              <a:t> Kette von Handlern</a:t>
            </a:r>
          </a:p>
          <a:p>
            <a:r>
              <a:rPr lang="de-AT" sz="2000" dirty="0"/>
              <a:t>Handler können:</a:t>
            </a:r>
          </a:p>
          <a:p>
            <a:pPr lvl="1"/>
            <a:r>
              <a:rPr lang="de-AT" sz="1800" dirty="0" err="1"/>
              <a:t>Requests</a:t>
            </a:r>
            <a:r>
              <a:rPr lang="de-AT" sz="1800" dirty="0"/>
              <a:t> empfangen</a:t>
            </a:r>
          </a:p>
          <a:p>
            <a:pPr lvl="1"/>
            <a:r>
              <a:rPr lang="de-AT" sz="1800" dirty="0"/>
              <a:t>Request bearbeiten</a:t>
            </a:r>
          </a:p>
          <a:p>
            <a:pPr lvl="1"/>
            <a:r>
              <a:rPr lang="de-AT" sz="1800" dirty="0"/>
              <a:t>Request zum nächsten Handler senden</a:t>
            </a:r>
          </a:p>
          <a:p>
            <a:pPr lvl="1"/>
            <a:r>
              <a:rPr lang="de-AT" sz="1800" dirty="0"/>
              <a:t>Weitergabe abbrechen</a:t>
            </a:r>
          </a:p>
        </p:txBody>
      </p:sp>
      <p:pic>
        <p:nvPicPr>
          <p:cNvPr id="2050" name="Picture 2" descr="Leuchtkasten">
            <a:extLst>
              <a:ext uri="{FF2B5EF4-FFF2-40B4-BE49-F238E27FC236}">
                <a16:creationId xmlns:a16="http://schemas.microsoft.com/office/drawing/2014/main" id="{553536B1-0FD7-0589-EDF3-64D9569F38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85816" y="1791217"/>
            <a:ext cx="6440424" cy="3220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6860BCB-2529-2DCF-B14C-E2F5644E9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/>
              <a:t>Eric &amp; Marko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FC33AEA-2C4B-7B73-90EC-20E7100FF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45AB6-FB4C-4204-BDEE-C02B7B60F439}" type="slidenum">
              <a:rPr lang="de-AT" smtClean="0"/>
              <a:t>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783512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6" name="Rectangle 2054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67" name="Rectangle 2056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2213CB5-A8D4-5F9A-C67B-107F969F6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de-AT" sz="4000" dirty="0"/>
              <a:t>Probleme</a:t>
            </a:r>
            <a:endParaRPr lang="de-AT" sz="3200" dirty="0"/>
          </a:p>
        </p:txBody>
      </p:sp>
      <p:sp>
        <p:nvSpPr>
          <p:cNvPr id="2068" name="Rectangle 2058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69" name="Rectangle 2060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54E9678-AEAC-5477-750E-4A8EADC3E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anchor="ctr">
            <a:normAutofit/>
          </a:bodyPr>
          <a:lstStyle/>
          <a:p>
            <a:r>
              <a:rPr lang="de-DE" sz="2000" dirty="0"/>
              <a:t>Request muss eine Reihe von Checks durchlaufen</a:t>
            </a:r>
          </a:p>
          <a:p>
            <a:r>
              <a:rPr lang="de-DE" sz="2000" dirty="0"/>
              <a:t>Checks müssen sequenziell erfolgen</a:t>
            </a:r>
          </a:p>
        </p:txBody>
      </p:sp>
      <p:pic>
        <p:nvPicPr>
          <p:cNvPr id="2050" name="Picture 2" descr="Problem, solved by Chain of Responsibility">
            <a:extLst>
              <a:ext uri="{FF2B5EF4-FFF2-40B4-BE49-F238E27FC236}">
                <a16:creationId xmlns:a16="http://schemas.microsoft.com/office/drawing/2014/main" id="{E19190CB-7EBC-7D8C-3BEA-D82E64E2DC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85366" y="2734056"/>
            <a:ext cx="8709660" cy="3483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07A4BBE-D86D-AB6B-9BBC-85B2E4B6C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AT">
                <a:solidFill>
                  <a:schemeClr val="tx1">
                    <a:lumMod val="50000"/>
                    <a:lumOff val="50000"/>
                  </a:schemeClr>
                </a:solidFill>
              </a:rPr>
              <a:t>Eric &amp; Marko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8C07868-BCEB-9582-928D-08CC490CB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C045AB6-FB4C-4204-BDEE-C02B7B60F439}" type="slidenum">
              <a:rPr lang="de-AT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de-AT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30351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E282CE9-C79F-7916-E05F-6965FD2BB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de-DE" sz="4800" dirty="0"/>
              <a:t>Probleme</a:t>
            </a:r>
            <a:endParaRPr lang="de-AT" sz="5400" dirty="0"/>
          </a:p>
        </p:txBody>
      </p:sp>
      <p:sp>
        <p:nvSpPr>
          <p:cNvPr id="3081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666CCF-109B-541A-7FAB-1978D3AFC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de-AT" sz="2200" dirty="0"/>
              <a:t>Code wächst und wird unübersichtlicher</a:t>
            </a:r>
          </a:p>
          <a:p>
            <a:r>
              <a:rPr lang="de-AT" sz="2200" dirty="0"/>
              <a:t>Teure Wartung des Systems</a:t>
            </a:r>
          </a:p>
          <a:p>
            <a:r>
              <a:rPr lang="de-AT" sz="2200" dirty="0"/>
              <a:t>Änderungen können mehrere Checks beeinflussen</a:t>
            </a:r>
          </a:p>
          <a:p>
            <a:r>
              <a:rPr lang="de-AT" sz="2200" dirty="0"/>
              <a:t>Mehrmalige Benutzung gleicher Codeteile</a:t>
            </a:r>
          </a:p>
        </p:txBody>
      </p:sp>
      <p:pic>
        <p:nvPicPr>
          <p:cNvPr id="3074" name="Picture 2" descr="With each new check the code became bigger, messier, and uglier">
            <a:extLst>
              <a:ext uri="{FF2B5EF4-FFF2-40B4-BE49-F238E27FC236}">
                <a16:creationId xmlns:a16="http://schemas.microsoft.com/office/drawing/2014/main" id="{5609FFA1-01D8-43EC-7BDC-2D9CE78D4C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1335249"/>
            <a:ext cx="6903720" cy="4187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2E4F90A-1B78-CAD4-111A-DDA5898F5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AT"/>
              <a:t>Eric &amp; Marko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6DBEC7B-0891-E3F4-FBC9-78CE1ED97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C045AB6-FB4C-4204-BDEE-C02B7B60F439}" type="slidenum">
              <a:rPr lang="de-AT" smtClean="0"/>
              <a:pPr>
                <a:spcAft>
                  <a:spcPts val="600"/>
                </a:spcAft>
              </a:pPr>
              <a:t>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714937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5" name="Rectangle 1054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8F15C7F-C20A-CD77-9A50-1A13E3854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de-AT" sz="4800"/>
              <a:t>Lösung</a:t>
            </a:r>
          </a:p>
        </p:txBody>
      </p:sp>
      <p:sp>
        <p:nvSpPr>
          <p:cNvPr id="1057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4FE23D7-2C64-D5BE-935C-4B9655574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 lnSpcReduction="10000"/>
          </a:bodyPr>
          <a:lstStyle/>
          <a:p>
            <a:r>
              <a:rPr lang="de-AT" sz="2000" dirty="0"/>
              <a:t>Request wird durch eine Reihe von Checks durchgegeben</a:t>
            </a:r>
          </a:p>
          <a:p>
            <a:r>
              <a:rPr lang="de-AT" sz="2000" dirty="0"/>
              <a:t>Handler </a:t>
            </a:r>
            <a:r>
              <a:rPr lang="de-AT" sz="2000" dirty="0">
                <a:sym typeface="Wingdings" panose="05000000000000000000" pitchFamily="2" charset="2"/>
              </a:rPr>
              <a:t> Feld zum Speichern eines Verweises</a:t>
            </a:r>
          </a:p>
          <a:p>
            <a:r>
              <a:rPr lang="de-AT" sz="2000" dirty="0">
                <a:sym typeface="Wingdings" panose="05000000000000000000" pitchFamily="2" charset="2"/>
              </a:rPr>
              <a:t>Handler  Request wird zum nächsten weitergeleitet</a:t>
            </a:r>
          </a:p>
          <a:p>
            <a:r>
              <a:rPr lang="de-AT" sz="2000" dirty="0" err="1">
                <a:sym typeface="Wingdings" panose="05000000000000000000" pitchFamily="2" charset="2"/>
              </a:rPr>
              <a:t>Requests</a:t>
            </a:r>
            <a:r>
              <a:rPr lang="de-AT" sz="2000" dirty="0">
                <a:sym typeface="Wingdings" panose="05000000000000000000" pitchFamily="2" charset="2"/>
              </a:rPr>
              <a:t> können die Weitergabe abbrechen</a:t>
            </a:r>
          </a:p>
        </p:txBody>
      </p:sp>
      <p:pic>
        <p:nvPicPr>
          <p:cNvPr id="1028" name="Picture 4" descr="Handlers are lined-up one by one, forming a chain">
            <a:extLst>
              <a:ext uri="{FF2B5EF4-FFF2-40B4-BE49-F238E27FC236}">
                <a16:creationId xmlns:a16="http://schemas.microsoft.com/office/drawing/2014/main" id="{6ECBA080-488B-4B54-24BC-CF2EB05F50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0936" y="2905870"/>
            <a:ext cx="10917936" cy="2729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36FC562-4708-2334-36B2-9A5A13DEC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AT"/>
              <a:t>Eric &amp; Marko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17C7FC7-0B83-6FE2-E5D6-DDEB4780A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C045AB6-FB4C-4204-BDEE-C02B7B60F439}" type="slidenum">
              <a:rPr lang="de-AT" smtClean="0"/>
              <a:pPr>
                <a:spcAft>
                  <a:spcPts val="600"/>
                </a:spcAft>
              </a:pPr>
              <a:t>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166431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3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2D65F0D-57B8-1BB5-DA9A-E26752BC6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Beispiel</a:t>
            </a:r>
            <a:endParaRPr lang="en-US" sz="6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E38880D-957E-8A2E-6F46-475D2C75A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292843"/>
            <a:ext cx="11548872" cy="3522405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D8DF99-15B6-4B39-A512-504047259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040" y="5558531"/>
            <a:ext cx="2837743" cy="256717"/>
          </a:xfrm>
        </p:spPr>
        <p:txBody>
          <a:bodyPr vert="horz" lIns="91440" tIns="45720" rIns="91440" bIns="45720" rtlCol="0" anchor="ctr">
            <a:normAutofit fontScale="55000" lnSpcReduction="20000"/>
          </a:bodyPr>
          <a:lstStyle/>
          <a:p>
            <a:pPr marL="0" indent="0" algn="ctr">
              <a:buNone/>
            </a:pP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https://www.youtube.com/@geekific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28DFF7F-F5C9-5170-63A7-2EFFB2BD5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Eric &amp; Marko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ECBF598-7650-4B9A-2CCA-EE34D5C09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C045AB6-FB4C-4204-BDEE-C02B7B60F439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86849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6740DFA-C0DD-8C31-FC97-5E0890F78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Struktur</a:t>
            </a:r>
          </a:p>
        </p:txBody>
      </p:sp>
      <p:pic>
        <p:nvPicPr>
          <p:cNvPr id="1026" name="Picture 2" descr="Structure of the Chain Of Responsibility design pattern">
            <a:extLst>
              <a:ext uri="{FF2B5EF4-FFF2-40B4-BE49-F238E27FC236}">
                <a16:creationId xmlns:a16="http://schemas.microsoft.com/office/drawing/2014/main" id="{A6E99797-E9B4-537B-C06C-D9603C3A3D3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87031" y="643466"/>
            <a:ext cx="5161270" cy="5568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1F76C49-D6FF-069C-9007-B282F59B1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8700" y="6356350"/>
            <a:ext cx="62103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kern="120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rPr>
              <a:t>Eric &amp; Marko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220C11F-9130-5874-67F8-4E781721A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4184" y="6356350"/>
            <a:ext cx="51434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C045AB6-FB4C-4204-BDEE-C02B7B60F439}" type="slidenum">
              <a:rPr lang="en-US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7013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253C9D-89AE-3A25-1CFB-A5FF5FFE1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Anwendbarkeit</a:t>
            </a:r>
            <a:endParaRPr lang="de-AT" dirty="0"/>
          </a:p>
        </p:txBody>
      </p:sp>
      <p:graphicFrame>
        <p:nvGraphicFramePr>
          <p:cNvPr id="23" name="Inhaltsplatzhalter 2">
            <a:extLst>
              <a:ext uri="{FF2B5EF4-FFF2-40B4-BE49-F238E27FC236}">
                <a16:creationId xmlns:a16="http://schemas.microsoft.com/office/drawing/2014/main" id="{2F391BEA-68C6-90FA-86F4-1B90F5A3B1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768080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9446AFC-68F1-14FE-476A-A26983CD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Eric &amp; Marko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0B94D05-6CE5-CBF5-BAF1-BF15886D0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45AB6-FB4C-4204-BDEE-C02B7B60F439}" type="slidenum">
              <a:rPr lang="de-AT" smtClean="0"/>
              <a:t>9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720426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10F360-4EC1-4633-F9AB-30FA6D7A0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Pros &amp; </a:t>
            </a:r>
            <a:r>
              <a:rPr lang="de-AT" dirty="0" err="1"/>
              <a:t>Cons</a:t>
            </a:r>
            <a:endParaRPr lang="de-AT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43EC55-DE32-79AD-8414-4CC9A2409E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/>
              <a:t>Pros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27F9A31A-39F1-0BD7-AAAD-598061A9608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AT" dirty="0"/>
              <a:t>Request-Handling Reihenfolge kontrollierbar</a:t>
            </a:r>
          </a:p>
          <a:p>
            <a:r>
              <a:rPr lang="de-AT" dirty="0"/>
              <a:t>Single </a:t>
            </a:r>
            <a:r>
              <a:rPr lang="de-AT" dirty="0" err="1"/>
              <a:t>Responsibility</a:t>
            </a:r>
            <a:r>
              <a:rPr lang="de-AT" dirty="0"/>
              <a:t> </a:t>
            </a:r>
            <a:r>
              <a:rPr lang="de-AT" dirty="0" err="1"/>
              <a:t>Principle</a:t>
            </a:r>
            <a:endParaRPr lang="de-AT" dirty="0"/>
          </a:p>
          <a:p>
            <a:r>
              <a:rPr lang="de-AT" dirty="0"/>
              <a:t>Open/</a:t>
            </a:r>
            <a:r>
              <a:rPr lang="de-AT" dirty="0" err="1"/>
              <a:t>Closed</a:t>
            </a:r>
            <a:r>
              <a:rPr lang="de-AT" dirty="0"/>
              <a:t> </a:t>
            </a:r>
            <a:r>
              <a:rPr lang="de-AT" dirty="0" err="1"/>
              <a:t>Principle</a:t>
            </a:r>
            <a:endParaRPr lang="de-AT" dirty="0"/>
          </a:p>
          <a:p>
            <a:r>
              <a:rPr lang="de-AT" dirty="0"/>
              <a:t>Flexibilität und Erweiterbarkeit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36B5590-F785-356C-410C-EEF2929523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AT" dirty="0" err="1"/>
              <a:t>Cons</a:t>
            </a:r>
            <a:endParaRPr lang="de-AT" dirty="0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0D2559AC-D47D-160F-D94B-2E93540218F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de-AT" dirty="0"/>
              <a:t>Mögliche unbehandelte </a:t>
            </a:r>
            <a:r>
              <a:rPr lang="de-AT" dirty="0" err="1"/>
              <a:t>Requests</a:t>
            </a:r>
            <a:endParaRPr lang="de-AT" dirty="0"/>
          </a:p>
          <a:p>
            <a:r>
              <a:rPr lang="de-AT" dirty="0"/>
              <a:t>Komplexeres Debugging</a:t>
            </a:r>
          </a:p>
          <a:p>
            <a:r>
              <a:rPr lang="de-AT" dirty="0"/>
              <a:t>Laufzeitkonfigurationsaufwand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F58CABC-496C-2753-2FBE-7257F06BB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/>
              <a:t>Eric &amp; Marko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BC446E5-29B0-2360-F02F-ACCCFA928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45AB6-FB4C-4204-BDEE-C02B7B60F439}" type="slidenum">
              <a:rPr lang="de-AT" smtClean="0"/>
              <a:t>10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0602115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0F555784-32E6-31D9-4773-4EC18654C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AT" sz="5000"/>
              <a:t>Relationen mit anderen Design Patterns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39AD8D29-EF07-FB29-ADFE-A18EC4954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AT" dirty="0"/>
              <a:t>Eric &amp; Marko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25309A9C-A501-CB2B-DC6D-7CE229F2A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C045AB6-FB4C-4204-BDEE-C02B7B60F439}" type="slidenum">
              <a:rPr lang="de-AT" smtClean="0"/>
              <a:pPr>
                <a:spcAft>
                  <a:spcPts val="600"/>
                </a:spcAft>
              </a:pPr>
              <a:t>11</a:t>
            </a:fld>
            <a:endParaRPr lang="de-AT" dirty="0"/>
          </a:p>
        </p:txBody>
      </p:sp>
      <p:graphicFrame>
        <p:nvGraphicFramePr>
          <p:cNvPr id="12" name="Inhaltsplatzhalter 9">
            <a:extLst>
              <a:ext uri="{FF2B5EF4-FFF2-40B4-BE49-F238E27FC236}">
                <a16:creationId xmlns:a16="http://schemas.microsoft.com/office/drawing/2014/main" id="{7026271C-1BD4-33E3-AC86-C6641AC11D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4464683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91032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Data concept">
            <a:extLst>
              <a:ext uri="{FF2B5EF4-FFF2-40B4-BE49-F238E27FC236}">
                <a16:creationId xmlns:a16="http://schemas.microsoft.com/office/drawing/2014/main" id="{CACE5DFE-3A29-0D16-8B57-6EE85192B5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200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9422D54-CED6-435B-CD2D-1EF2CFF3D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Code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ußzeilenplatzhalter 6">
            <a:extLst>
              <a:ext uri="{FF2B5EF4-FFF2-40B4-BE49-F238E27FC236}">
                <a16:creationId xmlns:a16="http://schemas.microsoft.com/office/drawing/2014/main" id="{EAA55FA7-47B9-AA60-725B-49B32125C0EB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de-AT" dirty="0">
                <a:solidFill>
                  <a:schemeClr val="bg1"/>
                </a:solidFill>
              </a:rPr>
              <a:t>Eric &amp; Marko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4487A30D-48A2-8D5F-26DD-274CF9BA9BFC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0C045AB6-FB4C-4204-BDEE-C02B7B60F439}" type="slidenum">
              <a:rPr lang="de-AT" smtClean="0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12</a:t>
            </a:fld>
            <a:endParaRPr lang="de-AT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0440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0C2666B6DA99B48900F2E7C9B4A9836" ma:contentTypeVersion="15" ma:contentTypeDescription="Ein neues Dokument erstellen." ma:contentTypeScope="" ma:versionID="3e4fe33730b61f6bee8cf847f983c443">
  <xsd:schema xmlns:xsd="http://www.w3.org/2001/XMLSchema" xmlns:xs="http://www.w3.org/2001/XMLSchema" xmlns:p="http://schemas.microsoft.com/office/2006/metadata/properties" xmlns:ns3="30d3b31a-c820-48cf-ad72-1aa160e37949" xmlns:ns4="028cb945-42eb-4778-8712-dfbd5360556f" targetNamespace="http://schemas.microsoft.com/office/2006/metadata/properties" ma:root="true" ma:fieldsID="c1f921eb1c4f4f7fafd7a3eed22159e7" ns3:_="" ns4:_="">
    <xsd:import namespace="30d3b31a-c820-48cf-ad72-1aa160e37949"/>
    <xsd:import namespace="028cb945-42eb-4778-8712-dfbd5360556f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LengthInSeconds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d3b31a-c820-48cf-ad72-1aa160e3794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Freigabehinweis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8cb945-42eb-4778-8712-dfbd5360556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28cb945-42eb-4778-8712-dfbd5360556f" xsi:nil="true"/>
  </documentManagement>
</p:properties>
</file>

<file path=customXml/itemProps1.xml><?xml version="1.0" encoding="utf-8"?>
<ds:datastoreItem xmlns:ds="http://schemas.openxmlformats.org/officeDocument/2006/customXml" ds:itemID="{F57E3C0D-6AD0-48FF-9838-A515F27EF9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d3b31a-c820-48cf-ad72-1aa160e37949"/>
    <ds:schemaRef ds:uri="028cb945-42eb-4778-8712-dfbd5360556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71266C4-34B7-45BC-B31E-2CDEFF22525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47608E2-5E0E-4FB1-9B49-F8EB176CC3F7}">
  <ds:schemaRefs>
    <ds:schemaRef ds:uri="http://purl.org/dc/elements/1.1/"/>
    <ds:schemaRef ds:uri="028cb945-42eb-4778-8712-dfbd5360556f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terms/"/>
    <ds:schemaRef ds:uri="30d3b31a-c820-48cf-ad72-1aa160e37949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Microsoft Office PowerPoint</Application>
  <PresentationFormat>Breitbild</PresentationFormat>
  <Paragraphs>83</Paragraphs>
  <Slides>12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Wingdings</vt:lpstr>
      <vt:lpstr>Office</vt:lpstr>
      <vt:lpstr>Chain of Responsibility</vt:lpstr>
      <vt:lpstr>Inhalt</vt:lpstr>
      <vt:lpstr>Was ist die „Chain of Responsibility“?</vt:lpstr>
      <vt:lpstr>Probleme</vt:lpstr>
      <vt:lpstr>Probleme</vt:lpstr>
      <vt:lpstr>Lösung</vt:lpstr>
      <vt:lpstr>Beispiel</vt:lpstr>
      <vt:lpstr>Struktur</vt:lpstr>
      <vt:lpstr>Anwendbarkeit</vt:lpstr>
      <vt:lpstr>Pros &amp; Cons</vt:lpstr>
      <vt:lpstr>Relationen mit anderen Design Patterns</vt:lpstr>
      <vt:lpstr>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Mikanovic Marko</dc:creator>
  <cp:lastModifiedBy>Mikanovic Marko</cp:lastModifiedBy>
  <cp:revision>1</cp:revision>
  <dcterms:created xsi:type="dcterms:W3CDTF">2024-09-13T08:49:19Z</dcterms:created>
  <dcterms:modified xsi:type="dcterms:W3CDTF">2024-09-27T08:13:36Z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0x01010000C2666B6DA99B48900F2E7C9B4A9836</vt:lpwstr>
  </property>
</Properties>
</file>